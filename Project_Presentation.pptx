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9"/>
  </p:notesMasterIdLst>
  <p:sldIdLst>
    <p:sldId id="256" r:id="rId2"/>
    <p:sldId id="257" r:id="rId3"/>
    <p:sldId id="258" r:id="rId4"/>
    <p:sldId id="260" r:id="rId5"/>
    <p:sldId id="261" r:id="rId6"/>
    <p:sldId id="264" r:id="rId7"/>
    <p:sldId id="309" r:id="rId8"/>
    <p:sldId id="310" r:id="rId9"/>
    <p:sldId id="311" r:id="rId10"/>
    <p:sldId id="312" r:id="rId11"/>
    <p:sldId id="265" r:id="rId12"/>
    <p:sldId id="313" r:id="rId13"/>
    <p:sldId id="267" r:id="rId14"/>
    <p:sldId id="314" r:id="rId15"/>
    <p:sldId id="315" r:id="rId16"/>
    <p:sldId id="288" r:id="rId17"/>
    <p:sldId id="317" r:id="rId18"/>
  </p:sldIdLst>
  <p:sldSz cx="9144000" cy="5143500" type="screen16x9"/>
  <p:notesSz cx="6858000" cy="9144000"/>
  <p:embeddedFontLst>
    <p:embeddedFont>
      <p:font typeface="Constantia" pitchFamily="18" charset="0"/>
      <p:regular r:id="rId20"/>
      <p:bold r:id="rId21"/>
      <p:italic r:id="rId22"/>
      <p:boldItalic r:id="rId23"/>
    </p:embeddedFont>
    <p:embeddedFont>
      <p:font typeface="Franklin Gothic Demi Cond" pitchFamily="34" charset="0"/>
      <p:regular r:id="rId24"/>
    </p:embeddedFont>
    <p:embeddedFont>
      <p:font typeface="Century" pitchFamily="18" charset="0"/>
      <p:regular r:id="rId25"/>
    </p:embeddedFont>
    <p:embeddedFont>
      <p:font typeface="Rockwell" pitchFamily="18" charset="0"/>
      <p:regular r:id="rId26"/>
      <p:bold r:id="rId27"/>
      <p:italic r:id="rId28"/>
      <p:boldItalic r:id="rId29"/>
    </p:embeddedFont>
    <p:embeddedFont>
      <p:font typeface="Calibri" pitchFamily="34" charset="0"/>
      <p:regular r:id="rId30"/>
      <p:bold r:id="rId31"/>
      <p:italic r:id="rId32"/>
      <p:boldItalic r:id="rId33"/>
    </p:embeddedFont>
    <p:embeddedFont>
      <p:font typeface="Raleway" charset="0"/>
      <p:regular r:id="rId34"/>
      <p:bold r:id="rId35"/>
      <p:italic r:id="rId36"/>
      <p:boldItalic r:id="rId37"/>
    </p:embeddedFont>
    <p:embeddedFont>
      <p:font typeface="Franklin Gothic Demi" pitchFamily="34" charset="0"/>
      <p:regular r:id="rId38"/>
      <p:italic r:id="rId39"/>
    </p:embeddedFont>
    <p:embeddedFont>
      <p:font typeface="Unna"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5EF668D-23FF-41F0-933C-B303383B730B}">
  <a:tblStyle styleId="{25EF668D-23FF-41F0-933C-B303383B730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2" d="100"/>
          <a:sy n="102" d="100"/>
        </p:scale>
        <p:origin x="-456"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937652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eb4c6d2e93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eb4c6d2e93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93d42c1dd5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93d42c1dd5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ec409ac894_0_1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ec409ac894_0_1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ec409ac894_0_18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ec409ac894_0_18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b4c6d2e9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b4c6d2e9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ec3bb0cf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ec3bb0cf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eb608d556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b608d556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ec3bb0cf0f_0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ec3bb0cf0f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ec3bb0cf0f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0" name="Google Shape;1090;gec3bb0cf0f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0" name="Google Shape;10;p2"/>
          <p:cNvPicPr preferRelativeResize="0"/>
          <p:nvPr/>
        </p:nvPicPr>
        <p:blipFill>
          <a:blip r:embed="rId3">
            <a:alphaModFix/>
          </a:blip>
          <a:stretch>
            <a:fillRect/>
          </a:stretch>
        </p:blipFill>
        <p:spPr>
          <a:xfrm>
            <a:off x="-36599" y="-36550"/>
            <a:ext cx="9217198" cy="5216599"/>
          </a:xfrm>
          <a:prstGeom prst="rect">
            <a:avLst/>
          </a:prstGeom>
          <a:noFill/>
          <a:ln>
            <a:noFill/>
          </a:ln>
        </p:spPr>
      </p:pic>
      <p:sp>
        <p:nvSpPr>
          <p:cNvPr id="11" name="Google Shape;11;p2"/>
          <p:cNvSpPr txBox="1">
            <a:spLocks noGrp="1"/>
          </p:cNvSpPr>
          <p:nvPr>
            <p:ph type="ctrTitle"/>
          </p:nvPr>
        </p:nvSpPr>
        <p:spPr>
          <a:xfrm>
            <a:off x="1834500" y="1097773"/>
            <a:ext cx="5475000" cy="22554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5300"/>
              <a:buNone/>
              <a:defRPr sz="5300"/>
            </a:lvl1pPr>
            <a:lvl2pPr lvl="1" algn="ctr">
              <a:lnSpc>
                <a:spcPct val="80000"/>
              </a:lnSpc>
              <a:spcBef>
                <a:spcPts val="0"/>
              </a:spcBef>
              <a:spcAft>
                <a:spcPts val="0"/>
              </a:spcAft>
              <a:buSzPts val="5300"/>
              <a:buNone/>
              <a:defRPr sz="5300"/>
            </a:lvl2pPr>
            <a:lvl3pPr lvl="2" algn="ctr">
              <a:lnSpc>
                <a:spcPct val="80000"/>
              </a:lnSpc>
              <a:spcBef>
                <a:spcPts val="0"/>
              </a:spcBef>
              <a:spcAft>
                <a:spcPts val="0"/>
              </a:spcAft>
              <a:buSzPts val="5300"/>
              <a:buNone/>
              <a:defRPr sz="5300"/>
            </a:lvl3pPr>
            <a:lvl4pPr lvl="3" algn="ctr">
              <a:lnSpc>
                <a:spcPct val="80000"/>
              </a:lnSpc>
              <a:spcBef>
                <a:spcPts val="0"/>
              </a:spcBef>
              <a:spcAft>
                <a:spcPts val="0"/>
              </a:spcAft>
              <a:buSzPts val="5300"/>
              <a:buNone/>
              <a:defRPr sz="5300"/>
            </a:lvl4pPr>
            <a:lvl5pPr lvl="4" algn="ctr">
              <a:lnSpc>
                <a:spcPct val="80000"/>
              </a:lnSpc>
              <a:spcBef>
                <a:spcPts val="0"/>
              </a:spcBef>
              <a:spcAft>
                <a:spcPts val="0"/>
              </a:spcAft>
              <a:buSzPts val="5300"/>
              <a:buNone/>
              <a:defRPr sz="5300"/>
            </a:lvl5pPr>
            <a:lvl6pPr lvl="5" algn="ctr">
              <a:lnSpc>
                <a:spcPct val="80000"/>
              </a:lnSpc>
              <a:spcBef>
                <a:spcPts val="0"/>
              </a:spcBef>
              <a:spcAft>
                <a:spcPts val="0"/>
              </a:spcAft>
              <a:buSzPts val="5300"/>
              <a:buNone/>
              <a:defRPr sz="5300"/>
            </a:lvl6pPr>
            <a:lvl7pPr lvl="6" algn="ctr">
              <a:lnSpc>
                <a:spcPct val="80000"/>
              </a:lnSpc>
              <a:spcBef>
                <a:spcPts val="0"/>
              </a:spcBef>
              <a:spcAft>
                <a:spcPts val="0"/>
              </a:spcAft>
              <a:buSzPts val="5300"/>
              <a:buNone/>
              <a:defRPr sz="5300"/>
            </a:lvl7pPr>
            <a:lvl8pPr lvl="7" algn="ctr">
              <a:lnSpc>
                <a:spcPct val="80000"/>
              </a:lnSpc>
              <a:spcBef>
                <a:spcPts val="0"/>
              </a:spcBef>
              <a:spcAft>
                <a:spcPts val="0"/>
              </a:spcAft>
              <a:buSzPts val="5300"/>
              <a:buNone/>
              <a:defRPr sz="5300"/>
            </a:lvl8pPr>
            <a:lvl9pPr lvl="8" algn="ctr">
              <a:lnSpc>
                <a:spcPct val="80000"/>
              </a:lnSpc>
              <a:spcBef>
                <a:spcPts val="0"/>
              </a:spcBef>
              <a:spcAft>
                <a:spcPts val="0"/>
              </a:spcAft>
              <a:buSzPts val="5300"/>
              <a:buNone/>
              <a:defRPr sz="5300"/>
            </a:lvl9pPr>
          </a:lstStyle>
          <a:p>
            <a:endParaRPr/>
          </a:p>
        </p:txBody>
      </p:sp>
      <p:sp>
        <p:nvSpPr>
          <p:cNvPr id="12" name="Google Shape;12;p2"/>
          <p:cNvSpPr txBox="1">
            <a:spLocks noGrp="1"/>
          </p:cNvSpPr>
          <p:nvPr>
            <p:ph type="subTitle" idx="1"/>
          </p:nvPr>
        </p:nvSpPr>
        <p:spPr>
          <a:xfrm>
            <a:off x="2272200" y="3614587"/>
            <a:ext cx="4599600" cy="373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1700"/>
              <a:buNone/>
              <a:defRPr sz="1700">
                <a:solidFill>
                  <a:schemeClr val="dk2"/>
                </a:solidFill>
              </a:defRPr>
            </a:lvl1pPr>
            <a:lvl2pPr lvl="1" algn="ctr">
              <a:lnSpc>
                <a:spcPct val="100000"/>
              </a:lnSpc>
              <a:spcBef>
                <a:spcPts val="0"/>
              </a:spcBef>
              <a:spcAft>
                <a:spcPts val="0"/>
              </a:spcAft>
              <a:buClr>
                <a:schemeClr val="dk2"/>
              </a:buClr>
              <a:buSzPts val="1700"/>
              <a:buNone/>
              <a:defRPr sz="1700">
                <a:solidFill>
                  <a:schemeClr val="dk2"/>
                </a:solidFill>
              </a:defRPr>
            </a:lvl2pPr>
            <a:lvl3pPr lvl="2" algn="ctr">
              <a:lnSpc>
                <a:spcPct val="100000"/>
              </a:lnSpc>
              <a:spcBef>
                <a:spcPts val="0"/>
              </a:spcBef>
              <a:spcAft>
                <a:spcPts val="0"/>
              </a:spcAft>
              <a:buClr>
                <a:schemeClr val="dk2"/>
              </a:buClr>
              <a:buSzPts val="1700"/>
              <a:buNone/>
              <a:defRPr sz="1700">
                <a:solidFill>
                  <a:schemeClr val="dk2"/>
                </a:solidFill>
              </a:defRPr>
            </a:lvl3pPr>
            <a:lvl4pPr lvl="3" algn="ctr">
              <a:lnSpc>
                <a:spcPct val="100000"/>
              </a:lnSpc>
              <a:spcBef>
                <a:spcPts val="0"/>
              </a:spcBef>
              <a:spcAft>
                <a:spcPts val="0"/>
              </a:spcAft>
              <a:buClr>
                <a:schemeClr val="dk2"/>
              </a:buClr>
              <a:buSzPts val="1700"/>
              <a:buNone/>
              <a:defRPr sz="1700">
                <a:solidFill>
                  <a:schemeClr val="dk2"/>
                </a:solidFill>
              </a:defRPr>
            </a:lvl4pPr>
            <a:lvl5pPr lvl="4" algn="ctr">
              <a:lnSpc>
                <a:spcPct val="100000"/>
              </a:lnSpc>
              <a:spcBef>
                <a:spcPts val="0"/>
              </a:spcBef>
              <a:spcAft>
                <a:spcPts val="0"/>
              </a:spcAft>
              <a:buClr>
                <a:schemeClr val="dk2"/>
              </a:buClr>
              <a:buSzPts val="1700"/>
              <a:buNone/>
              <a:defRPr sz="1700">
                <a:solidFill>
                  <a:schemeClr val="dk2"/>
                </a:solidFill>
              </a:defRPr>
            </a:lvl5pPr>
            <a:lvl6pPr lvl="5" algn="ctr">
              <a:lnSpc>
                <a:spcPct val="100000"/>
              </a:lnSpc>
              <a:spcBef>
                <a:spcPts val="0"/>
              </a:spcBef>
              <a:spcAft>
                <a:spcPts val="0"/>
              </a:spcAft>
              <a:buClr>
                <a:schemeClr val="dk2"/>
              </a:buClr>
              <a:buSzPts val="1700"/>
              <a:buNone/>
              <a:defRPr sz="1700">
                <a:solidFill>
                  <a:schemeClr val="dk2"/>
                </a:solidFill>
              </a:defRPr>
            </a:lvl6pPr>
            <a:lvl7pPr lvl="6" algn="ctr">
              <a:lnSpc>
                <a:spcPct val="100000"/>
              </a:lnSpc>
              <a:spcBef>
                <a:spcPts val="0"/>
              </a:spcBef>
              <a:spcAft>
                <a:spcPts val="0"/>
              </a:spcAft>
              <a:buClr>
                <a:schemeClr val="dk2"/>
              </a:buClr>
              <a:buSzPts val="1700"/>
              <a:buNone/>
              <a:defRPr sz="1700">
                <a:solidFill>
                  <a:schemeClr val="dk2"/>
                </a:solidFill>
              </a:defRPr>
            </a:lvl7pPr>
            <a:lvl8pPr lvl="7" algn="ctr">
              <a:lnSpc>
                <a:spcPct val="100000"/>
              </a:lnSpc>
              <a:spcBef>
                <a:spcPts val="0"/>
              </a:spcBef>
              <a:spcAft>
                <a:spcPts val="0"/>
              </a:spcAft>
              <a:buClr>
                <a:schemeClr val="dk2"/>
              </a:buClr>
              <a:buSzPts val="1700"/>
              <a:buNone/>
              <a:defRPr sz="1700">
                <a:solidFill>
                  <a:schemeClr val="dk2"/>
                </a:solidFill>
              </a:defRPr>
            </a:lvl8pPr>
            <a:lvl9pPr lvl="8" algn="ctr">
              <a:lnSpc>
                <a:spcPct val="100000"/>
              </a:lnSpc>
              <a:spcBef>
                <a:spcPts val="0"/>
              </a:spcBef>
              <a:spcAft>
                <a:spcPts val="0"/>
              </a:spcAft>
              <a:buClr>
                <a:schemeClr val="dk2"/>
              </a:buClr>
              <a:buSzPts val="1700"/>
              <a:buNone/>
              <a:defRPr sz="17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5" name="Google Shape;15;p3"/>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6" name="Google Shape;16;p3"/>
          <p:cNvSpPr txBox="1">
            <a:spLocks noGrp="1"/>
          </p:cNvSpPr>
          <p:nvPr>
            <p:ph type="title"/>
          </p:nvPr>
        </p:nvSpPr>
        <p:spPr>
          <a:xfrm>
            <a:off x="2197650" y="2078738"/>
            <a:ext cx="4748700" cy="831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500"/>
              <a:buNone/>
              <a:defRPr sz="4500"/>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a:endParaRPr/>
          </a:p>
        </p:txBody>
      </p:sp>
      <p:sp>
        <p:nvSpPr>
          <p:cNvPr id="17" name="Google Shape;17;p3"/>
          <p:cNvSpPr txBox="1">
            <a:spLocks noGrp="1"/>
          </p:cNvSpPr>
          <p:nvPr>
            <p:ph type="subTitle" idx="1"/>
          </p:nvPr>
        </p:nvSpPr>
        <p:spPr>
          <a:xfrm>
            <a:off x="3044400" y="3178125"/>
            <a:ext cx="3055200" cy="52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8" name="Google Shape;18;p3"/>
          <p:cNvSpPr txBox="1">
            <a:spLocks noGrp="1"/>
          </p:cNvSpPr>
          <p:nvPr>
            <p:ph type="title" idx="2" hasCustomPrompt="1"/>
          </p:nvPr>
        </p:nvSpPr>
        <p:spPr>
          <a:xfrm>
            <a:off x="2197650" y="1282513"/>
            <a:ext cx="4748700" cy="831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6000"/>
              <a:buNone/>
              <a:defRPr sz="6000">
                <a:solidFill>
                  <a:schemeClr val="dk2"/>
                </a:solidFill>
              </a:defRPr>
            </a:lvl1pPr>
            <a:lvl2pPr lvl="1" algn="ctr" rtl="0">
              <a:spcBef>
                <a:spcPts val="0"/>
              </a:spcBef>
              <a:spcAft>
                <a:spcPts val="0"/>
              </a:spcAft>
              <a:buClr>
                <a:schemeClr val="dk2"/>
              </a:buClr>
              <a:buSzPts val="6000"/>
              <a:buNone/>
              <a:defRPr sz="6000">
                <a:solidFill>
                  <a:schemeClr val="dk2"/>
                </a:solidFill>
              </a:defRPr>
            </a:lvl2pPr>
            <a:lvl3pPr lvl="2" algn="ctr" rtl="0">
              <a:spcBef>
                <a:spcPts val="0"/>
              </a:spcBef>
              <a:spcAft>
                <a:spcPts val="0"/>
              </a:spcAft>
              <a:buClr>
                <a:schemeClr val="dk2"/>
              </a:buClr>
              <a:buSzPts val="6000"/>
              <a:buNone/>
              <a:defRPr sz="6000">
                <a:solidFill>
                  <a:schemeClr val="dk2"/>
                </a:solidFill>
              </a:defRPr>
            </a:lvl3pPr>
            <a:lvl4pPr lvl="3" algn="ctr" rtl="0">
              <a:spcBef>
                <a:spcPts val="0"/>
              </a:spcBef>
              <a:spcAft>
                <a:spcPts val="0"/>
              </a:spcAft>
              <a:buClr>
                <a:schemeClr val="dk2"/>
              </a:buClr>
              <a:buSzPts val="6000"/>
              <a:buNone/>
              <a:defRPr sz="6000">
                <a:solidFill>
                  <a:schemeClr val="dk2"/>
                </a:solidFill>
              </a:defRPr>
            </a:lvl4pPr>
            <a:lvl5pPr lvl="4" algn="ctr" rtl="0">
              <a:spcBef>
                <a:spcPts val="0"/>
              </a:spcBef>
              <a:spcAft>
                <a:spcPts val="0"/>
              </a:spcAft>
              <a:buClr>
                <a:schemeClr val="dk2"/>
              </a:buClr>
              <a:buSzPts val="6000"/>
              <a:buNone/>
              <a:defRPr sz="6000">
                <a:solidFill>
                  <a:schemeClr val="dk2"/>
                </a:solidFill>
              </a:defRPr>
            </a:lvl5pPr>
            <a:lvl6pPr lvl="5" algn="ctr" rtl="0">
              <a:spcBef>
                <a:spcPts val="0"/>
              </a:spcBef>
              <a:spcAft>
                <a:spcPts val="0"/>
              </a:spcAft>
              <a:buClr>
                <a:schemeClr val="dk2"/>
              </a:buClr>
              <a:buSzPts val="6000"/>
              <a:buNone/>
              <a:defRPr sz="6000">
                <a:solidFill>
                  <a:schemeClr val="dk2"/>
                </a:solidFill>
              </a:defRPr>
            </a:lvl6pPr>
            <a:lvl7pPr lvl="6" algn="ctr" rtl="0">
              <a:spcBef>
                <a:spcPts val="0"/>
              </a:spcBef>
              <a:spcAft>
                <a:spcPts val="0"/>
              </a:spcAft>
              <a:buClr>
                <a:schemeClr val="dk2"/>
              </a:buClr>
              <a:buSzPts val="6000"/>
              <a:buNone/>
              <a:defRPr sz="6000">
                <a:solidFill>
                  <a:schemeClr val="dk2"/>
                </a:solidFill>
              </a:defRPr>
            </a:lvl7pPr>
            <a:lvl8pPr lvl="7" algn="ctr" rtl="0">
              <a:spcBef>
                <a:spcPts val="0"/>
              </a:spcBef>
              <a:spcAft>
                <a:spcPts val="0"/>
              </a:spcAft>
              <a:buClr>
                <a:schemeClr val="dk2"/>
              </a:buClr>
              <a:buSzPts val="6000"/>
              <a:buNone/>
              <a:defRPr sz="6000">
                <a:solidFill>
                  <a:schemeClr val="dk2"/>
                </a:solidFill>
              </a:defRPr>
            </a:lvl8pPr>
            <a:lvl9pPr lvl="8" algn="ctr" rtl="0">
              <a:spcBef>
                <a:spcPts val="0"/>
              </a:spcBef>
              <a:spcAft>
                <a:spcPts val="0"/>
              </a:spcAft>
              <a:buClr>
                <a:schemeClr val="dk2"/>
              </a:buClr>
              <a:buSzPts val="6000"/>
              <a:buNone/>
              <a:defRPr sz="6000">
                <a:solidFill>
                  <a:schemeClr val="dk2"/>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21" name="Google Shape;21;p4"/>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22" name="Google Shape;22;p4"/>
          <p:cNvSpPr txBox="1">
            <a:spLocks noGrp="1"/>
          </p:cNvSpPr>
          <p:nvPr>
            <p:ph type="title"/>
          </p:nvPr>
        </p:nvSpPr>
        <p:spPr>
          <a:xfrm>
            <a:off x="713225" y="539525"/>
            <a:ext cx="7717500" cy="4782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3" name="Google Shape;23;p4"/>
          <p:cNvSpPr txBox="1">
            <a:spLocks noGrp="1"/>
          </p:cNvSpPr>
          <p:nvPr>
            <p:ph type="body" idx="1"/>
          </p:nvPr>
        </p:nvSpPr>
        <p:spPr>
          <a:xfrm>
            <a:off x="713250" y="1297400"/>
            <a:ext cx="7717500" cy="3327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36"/>
        <p:cNvGrpSpPr/>
        <p:nvPr/>
      </p:nvGrpSpPr>
      <p:grpSpPr>
        <a:xfrm>
          <a:off x="0" y="0"/>
          <a:ext cx="0" cy="0"/>
          <a:chOff x="0" y="0"/>
          <a:chExt cx="0" cy="0"/>
        </a:xfrm>
      </p:grpSpPr>
      <p:pic>
        <p:nvPicPr>
          <p:cNvPr id="37" name="Google Shape;37;p7"/>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38" name="Google Shape;38;p7"/>
          <p:cNvPicPr preferRelativeResize="0"/>
          <p:nvPr/>
        </p:nvPicPr>
        <p:blipFill rotWithShape="1">
          <a:blip r:embed="rId3">
            <a:alphaModFix/>
          </a:blip>
          <a:srcRect/>
          <a:stretch/>
        </p:blipFill>
        <p:spPr>
          <a:xfrm flipH="1">
            <a:off x="-36599" y="-36550"/>
            <a:ext cx="9217198" cy="5216599"/>
          </a:xfrm>
          <a:prstGeom prst="rect">
            <a:avLst/>
          </a:prstGeom>
          <a:noFill/>
          <a:ln>
            <a:noFill/>
          </a:ln>
        </p:spPr>
      </p:pic>
      <p:sp>
        <p:nvSpPr>
          <p:cNvPr id="39" name="Google Shape;39;p7"/>
          <p:cNvSpPr txBox="1">
            <a:spLocks noGrp="1"/>
          </p:cNvSpPr>
          <p:nvPr>
            <p:ph type="title"/>
          </p:nvPr>
        </p:nvSpPr>
        <p:spPr>
          <a:xfrm>
            <a:off x="3682075" y="1895350"/>
            <a:ext cx="4748700" cy="693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300"/>
              <a:buNone/>
              <a:defRPr sz="4300"/>
            </a:lvl1pPr>
            <a:lvl2pPr lvl="1" algn="r" rtl="0">
              <a:spcBef>
                <a:spcPts val="0"/>
              </a:spcBef>
              <a:spcAft>
                <a:spcPts val="0"/>
              </a:spcAft>
              <a:buSzPts val="4300"/>
              <a:buNone/>
              <a:defRPr sz="4300"/>
            </a:lvl2pPr>
            <a:lvl3pPr lvl="2" algn="r" rtl="0">
              <a:spcBef>
                <a:spcPts val="0"/>
              </a:spcBef>
              <a:spcAft>
                <a:spcPts val="0"/>
              </a:spcAft>
              <a:buSzPts val="4300"/>
              <a:buNone/>
              <a:defRPr sz="4300"/>
            </a:lvl3pPr>
            <a:lvl4pPr lvl="3" algn="r" rtl="0">
              <a:spcBef>
                <a:spcPts val="0"/>
              </a:spcBef>
              <a:spcAft>
                <a:spcPts val="0"/>
              </a:spcAft>
              <a:buSzPts val="4300"/>
              <a:buNone/>
              <a:defRPr sz="4300"/>
            </a:lvl4pPr>
            <a:lvl5pPr lvl="4" algn="r" rtl="0">
              <a:spcBef>
                <a:spcPts val="0"/>
              </a:spcBef>
              <a:spcAft>
                <a:spcPts val="0"/>
              </a:spcAft>
              <a:buSzPts val="4300"/>
              <a:buNone/>
              <a:defRPr sz="4300"/>
            </a:lvl5pPr>
            <a:lvl6pPr lvl="5" algn="r" rtl="0">
              <a:spcBef>
                <a:spcPts val="0"/>
              </a:spcBef>
              <a:spcAft>
                <a:spcPts val="0"/>
              </a:spcAft>
              <a:buSzPts val="4300"/>
              <a:buNone/>
              <a:defRPr sz="4300"/>
            </a:lvl6pPr>
            <a:lvl7pPr lvl="6" algn="r" rtl="0">
              <a:spcBef>
                <a:spcPts val="0"/>
              </a:spcBef>
              <a:spcAft>
                <a:spcPts val="0"/>
              </a:spcAft>
              <a:buSzPts val="4300"/>
              <a:buNone/>
              <a:defRPr sz="4300"/>
            </a:lvl7pPr>
            <a:lvl8pPr lvl="7" algn="r" rtl="0">
              <a:spcBef>
                <a:spcPts val="0"/>
              </a:spcBef>
              <a:spcAft>
                <a:spcPts val="0"/>
              </a:spcAft>
              <a:buSzPts val="4300"/>
              <a:buNone/>
              <a:defRPr sz="4300"/>
            </a:lvl8pPr>
            <a:lvl9pPr lvl="8" algn="r" rtl="0">
              <a:spcBef>
                <a:spcPts val="0"/>
              </a:spcBef>
              <a:spcAft>
                <a:spcPts val="0"/>
              </a:spcAft>
              <a:buSzPts val="4300"/>
              <a:buNone/>
              <a:defRPr sz="4300"/>
            </a:lvl9pPr>
          </a:lstStyle>
          <a:p>
            <a:endParaRPr/>
          </a:p>
        </p:txBody>
      </p:sp>
      <p:sp>
        <p:nvSpPr>
          <p:cNvPr id="40" name="Google Shape;40;p7"/>
          <p:cNvSpPr txBox="1">
            <a:spLocks noGrp="1"/>
          </p:cNvSpPr>
          <p:nvPr>
            <p:ph type="subTitle" idx="1"/>
          </p:nvPr>
        </p:nvSpPr>
        <p:spPr>
          <a:xfrm>
            <a:off x="4595875" y="2836050"/>
            <a:ext cx="3834900" cy="12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600"/>
            </a:lvl1pPr>
            <a:lvl2pPr lvl="1" algn="r" rtl="0">
              <a:lnSpc>
                <a:spcPct val="100000"/>
              </a:lnSpc>
              <a:spcBef>
                <a:spcPts val="0"/>
              </a:spcBef>
              <a:spcAft>
                <a:spcPts val="0"/>
              </a:spcAft>
              <a:buSzPts val="1600"/>
              <a:buNone/>
              <a:defRPr sz="1600"/>
            </a:lvl2pPr>
            <a:lvl3pPr lvl="2" algn="r" rtl="0">
              <a:lnSpc>
                <a:spcPct val="100000"/>
              </a:lnSpc>
              <a:spcBef>
                <a:spcPts val="0"/>
              </a:spcBef>
              <a:spcAft>
                <a:spcPts val="0"/>
              </a:spcAft>
              <a:buSzPts val="1600"/>
              <a:buNone/>
              <a:defRPr sz="1600"/>
            </a:lvl3pPr>
            <a:lvl4pPr lvl="3" algn="r" rtl="0">
              <a:lnSpc>
                <a:spcPct val="100000"/>
              </a:lnSpc>
              <a:spcBef>
                <a:spcPts val="0"/>
              </a:spcBef>
              <a:spcAft>
                <a:spcPts val="0"/>
              </a:spcAft>
              <a:buSzPts val="1600"/>
              <a:buNone/>
              <a:defRPr sz="1600"/>
            </a:lvl4pPr>
            <a:lvl5pPr lvl="4" algn="r" rtl="0">
              <a:lnSpc>
                <a:spcPct val="100000"/>
              </a:lnSpc>
              <a:spcBef>
                <a:spcPts val="0"/>
              </a:spcBef>
              <a:spcAft>
                <a:spcPts val="0"/>
              </a:spcAft>
              <a:buSzPts val="1600"/>
              <a:buNone/>
              <a:defRPr sz="1600"/>
            </a:lvl5pPr>
            <a:lvl6pPr lvl="5" algn="r" rtl="0">
              <a:lnSpc>
                <a:spcPct val="100000"/>
              </a:lnSpc>
              <a:spcBef>
                <a:spcPts val="0"/>
              </a:spcBef>
              <a:spcAft>
                <a:spcPts val="0"/>
              </a:spcAft>
              <a:buSzPts val="1600"/>
              <a:buNone/>
              <a:defRPr sz="1600"/>
            </a:lvl6pPr>
            <a:lvl7pPr lvl="6" algn="r" rtl="0">
              <a:lnSpc>
                <a:spcPct val="100000"/>
              </a:lnSpc>
              <a:spcBef>
                <a:spcPts val="0"/>
              </a:spcBef>
              <a:spcAft>
                <a:spcPts val="0"/>
              </a:spcAft>
              <a:buSzPts val="1600"/>
              <a:buNone/>
              <a:defRPr sz="1600"/>
            </a:lvl7pPr>
            <a:lvl8pPr lvl="7" algn="r" rtl="0">
              <a:lnSpc>
                <a:spcPct val="100000"/>
              </a:lnSpc>
              <a:spcBef>
                <a:spcPts val="0"/>
              </a:spcBef>
              <a:spcAft>
                <a:spcPts val="0"/>
              </a:spcAft>
              <a:buSzPts val="1600"/>
              <a:buNone/>
              <a:defRPr sz="1600"/>
            </a:lvl8pPr>
            <a:lvl9pPr lvl="8" algn="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82"/>
        <p:cNvGrpSpPr/>
        <p:nvPr/>
      </p:nvGrpSpPr>
      <p:grpSpPr>
        <a:xfrm>
          <a:off x="0" y="0"/>
          <a:ext cx="0" cy="0"/>
          <a:chOff x="0" y="0"/>
          <a:chExt cx="0" cy="0"/>
        </a:xfrm>
      </p:grpSpPr>
      <p:pic>
        <p:nvPicPr>
          <p:cNvPr id="83" name="Google Shape;83;p14"/>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84" name="Google Shape;84;p14"/>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85" name="Google Shape;85;p14"/>
          <p:cNvSpPr txBox="1">
            <a:spLocks noGrp="1"/>
          </p:cNvSpPr>
          <p:nvPr>
            <p:ph type="title"/>
          </p:nvPr>
        </p:nvSpPr>
        <p:spPr>
          <a:xfrm>
            <a:off x="3152100" y="3110800"/>
            <a:ext cx="2839800" cy="3345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6" name="Google Shape;86;p14"/>
          <p:cNvSpPr txBox="1">
            <a:spLocks noGrp="1"/>
          </p:cNvSpPr>
          <p:nvPr>
            <p:ph type="subTitle" idx="1"/>
          </p:nvPr>
        </p:nvSpPr>
        <p:spPr>
          <a:xfrm>
            <a:off x="1805400" y="1607700"/>
            <a:ext cx="5533200" cy="120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300"/>
              <a:buNone/>
              <a:defRPr sz="2300"/>
            </a:lvl1pPr>
            <a:lvl2pPr lvl="1" algn="ctr" rtl="0">
              <a:lnSpc>
                <a:spcPct val="100000"/>
              </a:lnSpc>
              <a:spcBef>
                <a:spcPts val="0"/>
              </a:spcBef>
              <a:spcAft>
                <a:spcPts val="0"/>
              </a:spcAft>
              <a:buSzPts val="2300"/>
              <a:buNone/>
              <a:defRPr sz="2300"/>
            </a:lvl2pPr>
            <a:lvl3pPr lvl="2" algn="ctr" rtl="0">
              <a:lnSpc>
                <a:spcPct val="100000"/>
              </a:lnSpc>
              <a:spcBef>
                <a:spcPts val="0"/>
              </a:spcBef>
              <a:spcAft>
                <a:spcPts val="0"/>
              </a:spcAft>
              <a:buSzPts val="2300"/>
              <a:buNone/>
              <a:defRPr sz="2300"/>
            </a:lvl3pPr>
            <a:lvl4pPr lvl="3" algn="ctr" rtl="0">
              <a:lnSpc>
                <a:spcPct val="100000"/>
              </a:lnSpc>
              <a:spcBef>
                <a:spcPts val="0"/>
              </a:spcBef>
              <a:spcAft>
                <a:spcPts val="0"/>
              </a:spcAft>
              <a:buSzPts val="2300"/>
              <a:buNone/>
              <a:defRPr sz="2300"/>
            </a:lvl4pPr>
            <a:lvl5pPr lvl="4" algn="ctr" rtl="0">
              <a:lnSpc>
                <a:spcPct val="100000"/>
              </a:lnSpc>
              <a:spcBef>
                <a:spcPts val="0"/>
              </a:spcBef>
              <a:spcAft>
                <a:spcPts val="0"/>
              </a:spcAft>
              <a:buSzPts val="2300"/>
              <a:buNone/>
              <a:defRPr sz="2300"/>
            </a:lvl5pPr>
            <a:lvl6pPr lvl="5" algn="ctr" rtl="0">
              <a:lnSpc>
                <a:spcPct val="100000"/>
              </a:lnSpc>
              <a:spcBef>
                <a:spcPts val="0"/>
              </a:spcBef>
              <a:spcAft>
                <a:spcPts val="0"/>
              </a:spcAft>
              <a:buSzPts val="2300"/>
              <a:buNone/>
              <a:defRPr sz="2300"/>
            </a:lvl6pPr>
            <a:lvl7pPr lvl="6" algn="ctr" rtl="0">
              <a:lnSpc>
                <a:spcPct val="100000"/>
              </a:lnSpc>
              <a:spcBef>
                <a:spcPts val="0"/>
              </a:spcBef>
              <a:spcAft>
                <a:spcPts val="0"/>
              </a:spcAft>
              <a:buSzPts val="2300"/>
              <a:buNone/>
              <a:defRPr sz="2300"/>
            </a:lvl7pPr>
            <a:lvl8pPr lvl="7" algn="ctr" rtl="0">
              <a:lnSpc>
                <a:spcPct val="100000"/>
              </a:lnSpc>
              <a:spcBef>
                <a:spcPts val="0"/>
              </a:spcBef>
              <a:spcAft>
                <a:spcPts val="0"/>
              </a:spcAft>
              <a:buSzPts val="2300"/>
              <a:buNone/>
              <a:defRPr sz="2300"/>
            </a:lvl8pPr>
            <a:lvl9pPr lvl="8" algn="ctr" rtl="0">
              <a:lnSpc>
                <a:spcPct val="100000"/>
              </a:lnSpc>
              <a:spcBef>
                <a:spcPts val="0"/>
              </a:spcBef>
              <a:spcAft>
                <a:spcPts val="0"/>
              </a:spcAft>
              <a:buSzPts val="2300"/>
              <a:buNone/>
              <a:defRPr sz="23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2_1_1_1">
    <p:bg>
      <p:bgPr>
        <a:solidFill>
          <a:schemeClr val="dk1"/>
        </a:solidFill>
        <a:effectLst/>
      </p:bgPr>
    </p:bg>
    <p:spTree>
      <p:nvGrpSpPr>
        <p:cNvPr id="1" name="Shape 104"/>
        <p:cNvGrpSpPr/>
        <p:nvPr/>
      </p:nvGrpSpPr>
      <p:grpSpPr>
        <a:xfrm>
          <a:off x="0" y="0"/>
          <a:ext cx="0" cy="0"/>
          <a:chOff x="0" y="0"/>
          <a:chExt cx="0" cy="0"/>
        </a:xfrm>
      </p:grpSpPr>
      <p:pic>
        <p:nvPicPr>
          <p:cNvPr id="105" name="Google Shape;105;p18"/>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06" name="Google Shape;106;p18"/>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07" name="Google Shape;107;p18"/>
          <p:cNvSpPr txBox="1">
            <a:spLocks noGrp="1"/>
          </p:cNvSpPr>
          <p:nvPr>
            <p:ph type="title"/>
          </p:nvPr>
        </p:nvSpPr>
        <p:spPr>
          <a:xfrm>
            <a:off x="2833050" y="1425500"/>
            <a:ext cx="3477900" cy="978000"/>
          </a:xfrm>
          <a:prstGeom prst="rect">
            <a:avLst/>
          </a:prstGeom>
        </p:spPr>
        <p:txBody>
          <a:bodyPr spcFirstLastPara="1" wrap="square" lIns="91425" tIns="91425" rIns="91425" bIns="91425" anchor="t" anchorCtr="0">
            <a:noAutofit/>
          </a:bodyPr>
          <a:lstStyle>
            <a:lvl1pPr lvl="0" rtl="0">
              <a:spcBef>
                <a:spcPts val="0"/>
              </a:spcBef>
              <a:spcAft>
                <a:spcPts val="0"/>
              </a:spcAft>
              <a:buSzPts val="8300"/>
              <a:buNone/>
              <a:defRPr sz="8300"/>
            </a:lvl1pPr>
            <a:lvl2pPr lvl="1" rtl="0">
              <a:spcBef>
                <a:spcPts val="0"/>
              </a:spcBef>
              <a:spcAft>
                <a:spcPts val="0"/>
              </a:spcAft>
              <a:buSzPts val="8300"/>
              <a:buNone/>
              <a:defRPr sz="8300"/>
            </a:lvl2pPr>
            <a:lvl3pPr lvl="2" rtl="0">
              <a:spcBef>
                <a:spcPts val="0"/>
              </a:spcBef>
              <a:spcAft>
                <a:spcPts val="0"/>
              </a:spcAft>
              <a:buSzPts val="8300"/>
              <a:buNone/>
              <a:defRPr sz="8300"/>
            </a:lvl3pPr>
            <a:lvl4pPr lvl="3" rtl="0">
              <a:spcBef>
                <a:spcPts val="0"/>
              </a:spcBef>
              <a:spcAft>
                <a:spcPts val="0"/>
              </a:spcAft>
              <a:buSzPts val="8300"/>
              <a:buNone/>
              <a:defRPr sz="8300"/>
            </a:lvl4pPr>
            <a:lvl5pPr lvl="4" rtl="0">
              <a:spcBef>
                <a:spcPts val="0"/>
              </a:spcBef>
              <a:spcAft>
                <a:spcPts val="0"/>
              </a:spcAft>
              <a:buSzPts val="8300"/>
              <a:buNone/>
              <a:defRPr sz="8300"/>
            </a:lvl5pPr>
            <a:lvl6pPr lvl="5" rtl="0">
              <a:spcBef>
                <a:spcPts val="0"/>
              </a:spcBef>
              <a:spcAft>
                <a:spcPts val="0"/>
              </a:spcAft>
              <a:buSzPts val="8300"/>
              <a:buNone/>
              <a:defRPr sz="8300"/>
            </a:lvl6pPr>
            <a:lvl7pPr lvl="6" rtl="0">
              <a:spcBef>
                <a:spcPts val="0"/>
              </a:spcBef>
              <a:spcAft>
                <a:spcPts val="0"/>
              </a:spcAft>
              <a:buSzPts val="8300"/>
              <a:buNone/>
              <a:defRPr sz="8300"/>
            </a:lvl7pPr>
            <a:lvl8pPr lvl="7" rtl="0">
              <a:spcBef>
                <a:spcPts val="0"/>
              </a:spcBef>
              <a:spcAft>
                <a:spcPts val="0"/>
              </a:spcAft>
              <a:buSzPts val="8300"/>
              <a:buNone/>
              <a:defRPr sz="8300"/>
            </a:lvl8pPr>
            <a:lvl9pPr lvl="8" rtl="0">
              <a:spcBef>
                <a:spcPts val="0"/>
              </a:spcBef>
              <a:spcAft>
                <a:spcPts val="0"/>
              </a:spcAft>
              <a:buSzPts val="8300"/>
              <a:buNone/>
              <a:defRPr sz="8300"/>
            </a:lvl9pPr>
          </a:lstStyle>
          <a:p>
            <a:endParaRPr/>
          </a:p>
        </p:txBody>
      </p:sp>
      <p:sp>
        <p:nvSpPr>
          <p:cNvPr id="108" name="Google Shape;108;p18"/>
          <p:cNvSpPr txBox="1">
            <a:spLocks noGrp="1"/>
          </p:cNvSpPr>
          <p:nvPr>
            <p:ph type="subTitle" idx="1"/>
          </p:nvPr>
        </p:nvSpPr>
        <p:spPr>
          <a:xfrm>
            <a:off x="3095550" y="2631988"/>
            <a:ext cx="2952900" cy="100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700"/>
              <a:buNone/>
              <a:defRPr sz="1700"/>
            </a:lvl1pPr>
            <a:lvl2pPr lvl="1" algn="ctr" rtl="0">
              <a:lnSpc>
                <a:spcPct val="100000"/>
              </a:lnSpc>
              <a:spcBef>
                <a:spcPts val="0"/>
              </a:spcBef>
              <a:spcAft>
                <a:spcPts val="0"/>
              </a:spcAft>
              <a:buSzPts val="1700"/>
              <a:buNone/>
              <a:defRPr sz="1700"/>
            </a:lvl2pPr>
            <a:lvl3pPr lvl="2" algn="ctr" rtl="0">
              <a:lnSpc>
                <a:spcPct val="100000"/>
              </a:lnSpc>
              <a:spcBef>
                <a:spcPts val="0"/>
              </a:spcBef>
              <a:spcAft>
                <a:spcPts val="0"/>
              </a:spcAft>
              <a:buSzPts val="1700"/>
              <a:buNone/>
              <a:defRPr sz="1700"/>
            </a:lvl3pPr>
            <a:lvl4pPr lvl="3" algn="ctr" rtl="0">
              <a:lnSpc>
                <a:spcPct val="100000"/>
              </a:lnSpc>
              <a:spcBef>
                <a:spcPts val="0"/>
              </a:spcBef>
              <a:spcAft>
                <a:spcPts val="0"/>
              </a:spcAft>
              <a:buSzPts val="1700"/>
              <a:buNone/>
              <a:defRPr sz="1700"/>
            </a:lvl4pPr>
            <a:lvl5pPr lvl="4" algn="ctr" rtl="0">
              <a:lnSpc>
                <a:spcPct val="100000"/>
              </a:lnSpc>
              <a:spcBef>
                <a:spcPts val="0"/>
              </a:spcBef>
              <a:spcAft>
                <a:spcPts val="0"/>
              </a:spcAft>
              <a:buSzPts val="1700"/>
              <a:buNone/>
              <a:defRPr sz="1700"/>
            </a:lvl5pPr>
            <a:lvl6pPr lvl="5" algn="ctr" rtl="0">
              <a:lnSpc>
                <a:spcPct val="100000"/>
              </a:lnSpc>
              <a:spcBef>
                <a:spcPts val="0"/>
              </a:spcBef>
              <a:spcAft>
                <a:spcPts val="0"/>
              </a:spcAft>
              <a:buSzPts val="1700"/>
              <a:buNone/>
              <a:defRPr sz="1700"/>
            </a:lvl6pPr>
            <a:lvl7pPr lvl="6" algn="ctr" rtl="0">
              <a:lnSpc>
                <a:spcPct val="100000"/>
              </a:lnSpc>
              <a:spcBef>
                <a:spcPts val="0"/>
              </a:spcBef>
              <a:spcAft>
                <a:spcPts val="0"/>
              </a:spcAft>
              <a:buSzPts val="1700"/>
              <a:buNone/>
              <a:defRPr sz="1700"/>
            </a:lvl7pPr>
            <a:lvl8pPr lvl="7" algn="ctr" rtl="0">
              <a:lnSpc>
                <a:spcPct val="100000"/>
              </a:lnSpc>
              <a:spcBef>
                <a:spcPts val="0"/>
              </a:spcBef>
              <a:spcAft>
                <a:spcPts val="0"/>
              </a:spcAft>
              <a:buSzPts val="1700"/>
              <a:buNone/>
              <a:defRPr sz="1700"/>
            </a:lvl8pPr>
            <a:lvl9pPr lvl="8" algn="ctr" rtl="0">
              <a:lnSpc>
                <a:spcPct val="100000"/>
              </a:lnSpc>
              <a:spcBef>
                <a:spcPts val="0"/>
              </a:spcBef>
              <a:spcAft>
                <a:spcPts val="0"/>
              </a:spcAft>
              <a:buSzPts val="1700"/>
              <a:buNone/>
              <a:defRPr sz="17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2_1_1_1_1_1">
    <p:bg>
      <p:bgPr>
        <a:solidFill>
          <a:schemeClr val="dk1"/>
        </a:solidFill>
        <a:effectLst/>
      </p:bgPr>
    </p:bg>
    <p:spTree>
      <p:nvGrpSpPr>
        <p:cNvPr id="1" name="Shape 114"/>
        <p:cNvGrpSpPr/>
        <p:nvPr/>
      </p:nvGrpSpPr>
      <p:grpSpPr>
        <a:xfrm>
          <a:off x="0" y="0"/>
          <a:ext cx="0" cy="0"/>
          <a:chOff x="0" y="0"/>
          <a:chExt cx="0" cy="0"/>
        </a:xfrm>
      </p:grpSpPr>
      <p:pic>
        <p:nvPicPr>
          <p:cNvPr id="115" name="Google Shape;115;p20"/>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16" name="Google Shape;116;p20"/>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17" name="Google Shape;117;p20"/>
          <p:cNvSpPr txBox="1">
            <a:spLocks noGrp="1"/>
          </p:cNvSpPr>
          <p:nvPr>
            <p:ph type="title"/>
          </p:nvPr>
        </p:nvSpPr>
        <p:spPr>
          <a:xfrm>
            <a:off x="2694275" y="1034825"/>
            <a:ext cx="3755400" cy="478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4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18" name="Google Shape;118;p20"/>
          <p:cNvSpPr txBox="1">
            <a:spLocks noGrp="1"/>
          </p:cNvSpPr>
          <p:nvPr>
            <p:ph type="subTitle" idx="1"/>
          </p:nvPr>
        </p:nvSpPr>
        <p:spPr>
          <a:xfrm>
            <a:off x="2276400" y="1968625"/>
            <a:ext cx="4591200" cy="219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Arial"/>
              <a:buChar char="●"/>
              <a:defRPr sz="1600"/>
            </a:lvl1pPr>
            <a:lvl2pPr lvl="1" algn="ctr" rtl="0">
              <a:lnSpc>
                <a:spcPct val="100000"/>
              </a:lnSpc>
              <a:spcBef>
                <a:spcPts val="0"/>
              </a:spcBef>
              <a:spcAft>
                <a:spcPts val="0"/>
              </a:spcAft>
              <a:buSzPts val="1400"/>
              <a:buFont typeface="Arial"/>
              <a:buChar char="○"/>
              <a:defRPr/>
            </a:lvl2pPr>
            <a:lvl3pPr lvl="2" algn="ctr" rtl="0">
              <a:lnSpc>
                <a:spcPct val="100000"/>
              </a:lnSpc>
              <a:spcBef>
                <a:spcPts val="0"/>
              </a:spcBef>
              <a:spcAft>
                <a:spcPts val="0"/>
              </a:spcAft>
              <a:buSzPts val="1400"/>
              <a:buFont typeface="Arial"/>
              <a:buChar char="■"/>
              <a:defRPr/>
            </a:lvl3pPr>
            <a:lvl4pPr lvl="3" algn="ctr" rtl="0">
              <a:lnSpc>
                <a:spcPct val="100000"/>
              </a:lnSpc>
              <a:spcBef>
                <a:spcPts val="0"/>
              </a:spcBef>
              <a:spcAft>
                <a:spcPts val="0"/>
              </a:spcAft>
              <a:buSzPts val="1400"/>
              <a:buFont typeface="Arial"/>
              <a:buChar char="●"/>
              <a:defRPr/>
            </a:lvl4pPr>
            <a:lvl5pPr lvl="4" algn="ctr" rtl="0">
              <a:lnSpc>
                <a:spcPct val="100000"/>
              </a:lnSpc>
              <a:spcBef>
                <a:spcPts val="0"/>
              </a:spcBef>
              <a:spcAft>
                <a:spcPts val="0"/>
              </a:spcAft>
              <a:buSzPts val="1400"/>
              <a:buFont typeface="Arial"/>
              <a:buChar char="○"/>
              <a:defRPr/>
            </a:lvl5pPr>
            <a:lvl6pPr lvl="5" algn="ctr" rtl="0">
              <a:lnSpc>
                <a:spcPct val="100000"/>
              </a:lnSpc>
              <a:spcBef>
                <a:spcPts val="0"/>
              </a:spcBef>
              <a:spcAft>
                <a:spcPts val="0"/>
              </a:spcAft>
              <a:buSzPts val="1400"/>
              <a:buFont typeface="Arial"/>
              <a:buChar char="■"/>
              <a:defRPr/>
            </a:lvl6pPr>
            <a:lvl7pPr lvl="6" algn="ctr" rtl="0">
              <a:lnSpc>
                <a:spcPct val="100000"/>
              </a:lnSpc>
              <a:spcBef>
                <a:spcPts val="0"/>
              </a:spcBef>
              <a:spcAft>
                <a:spcPts val="0"/>
              </a:spcAft>
              <a:buSzPts val="1400"/>
              <a:buFont typeface="Arial"/>
              <a:buChar char="●"/>
              <a:defRPr/>
            </a:lvl7pPr>
            <a:lvl8pPr lvl="7" algn="ctr" rtl="0">
              <a:lnSpc>
                <a:spcPct val="100000"/>
              </a:lnSpc>
              <a:spcBef>
                <a:spcPts val="0"/>
              </a:spcBef>
              <a:spcAft>
                <a:spcPts val="0"/>
              </a:spcAft>
              <a:buSzPts val="1400"/>
              <a:buFont typeface="Arial"/>
              <a:buChar char="○"/>
              <a:defRPr/>
            </a:lvl8pPr>
            <a:lvl9pPr lvl="8" algn="ctr" rtl="0">
              <a:lnSpc>
                <a:spcPct val="100000"/>
              </a:lnSpc>
              <a:spcBef>
                <a:spcPts val="0"/>
              </a:spcBef>
              <a:spcAft>
                <a:spcPts val="0"/>
              </a:spcAft>
              <a:buSzPts val="1400"/>
              <a:buFont typeface="Arial"/>
              <a:buChar char="■"/>
              <a:defRPr/>
            </a:lvl9pPr>
          </a:lstStyle>
          <a:p>
            <a:endParaRPr/>
          </a:p>
        </p:txBody>
      </p:sp>
      <p:pic>
        <p:nvPicPr>
          <p:cNvPr id="119" name="Google Shape;119;p20"/>
          <p:cNvPicPr preferRelativeResize="0"/>
          <p:nvPr/>
        </p:nvPicPr>
        <p:blipFill>
          <a:blip r:embed="rId2">
            <a:alphaModFix/>
          </a:blip>
          <a:stretch>
            <a:fillRect/>
          </a:stretch>
        </p:blipFill>
        <p:spPr>
          <a:xfrm>
            <a:off x="-27538" y="-28787"/>
            <a:ext cx="9199075" cy="520107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4">
  <p:cSld name="CUSTOM_2_1_1_1_1_1_1_1">
    <p:bg>
      <p:bgPr>
        <a:solidFill>
          <a:schemeClr val="dk1"/>
        </a:solidFill>
        <a:effectLst/>
      </p:bgPr>
    </p:bg>
    <p:spTree>
      <p:nvGrpSpPr>
        <p:cNvPr id="1" name="Shape 125"/>
        <p:cNvGrpSpPr/>
        <p:nvPr/>
      </p:nvGrpSpPr>
      <p:grpSpPr>
        <a:xfrm>
          <a:off x="0" y="0"/>
          <a:ext cx="0" cy="0"/>
          <a:chOff x="0" y="0"/>
          <a:chExt cx="0" cy="0"/>
        </a:xfrm>
      </p:grpSpPr>
      <p:pic>
        <p:nvPicPr>
          <p:cNvPr id="126" name="Google Shape;126;p22"/>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27" name="Google Shape;127;p22"/>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28" name="Google Shape;128;p22"/>
          <p:cNvSpPr txBox="1">
            <a:spLocks noGrp="1"/>
          </p:cNvSpPr>
          <p:nvPr>
            <p:ph type="title"/>
          </p:nvPr>
        </p:nvSpPr>
        <p:spPr>
          <a:xfrm flipH="1">
            <a:off x="1172525" y="1588475"/>
            <a:ext cx="3162600" cy="478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29" name="Google Shape;129;p22"/>
          <p:cNvSpPr txBox="1">
            <a:spLocks noGrp="1"/>
          </p:cNvSpPr>
          <p:nvPr>
            <p:ph type="subTitle" idx="1"/>
          </p:nvPr>
        </p:nvSpPr>
        <p:spPr>
          <a:xfrm flipH="1">
            <a:off x="1172525" y="2283550"/>
            <a:ext cx="3162600" cy="130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dk1"/>
        </a:solidFill>
        <a:effectLst/>
      </p:bgPr>
    </p:bg>
    <p:spTree>
      <p:nvGrpSpPr>
        <p:cNvPr id="1" name="Shape 201"/>
        <p:cNvGrpSpPr/>
        <p:nvPr/>
      </p:nvGrpSpPr>
      <p:grpSpPr>
        <a:xfrm>
          <a:off x="0" y="0"/>
          <a:ext cx="0" cy="0"/>
          <a:chOff x="0" y="0"/>
          <a:chExt cx="0" cy="0"/>
        </a:xfrm>
      </p:grpSpPr>
      <p:pic>
        <p:nvPicPr>
          <p:cNvPr id="202" name="Google Shape;202;p31"/>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203" name="Google Shape;203;p31"/>
          <p:cNvPicPr preferRelativeResize="0"/>
          <p:nvPr/>
        </p:nvPicPr>
        <p:blipFill rotWithShape="1">
          <a:blip r:embed="rId3">
            <a:alphaModFix/>
          </a:blip>
          <a:srcRect/>
          <a:stretch/>
        </p:blipFill>
        <p:spPr>
          <a:xfrm>
            <a:off x="-36599" y="-36550"/>
            <a:ext cx="9217198" cy="52165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0">
    <p:bg>
      <p:bgPr>
        <a:solidFill>
          <a:schemeClr val="dk1"/>
        </a:solidFill>
        <a:effectLst/>
      </p:bgPr>
    </p:bg>
    <p:spTree>
      <p:nvGrpSpPr>
        <p:cNvPr id="1" name="Shape 204"/>
        <p:cNvGrpSpPr/>
        <p:nvPr/>
      </p:nvGrpSpPr>
      <p:grpSpPr>
        <a:xfrm>
          <a:off x="0" y="0"/>
          <a:ext cx="0" cy="0"/>
          <a:chOff x="0" y="0"/>
          <a:chExt cx="0" cy="0"/>
        </a:xfrm>
      </p:grpSpPr>
      <p:pic>
        <p:nvPicPr>
          <p:cNvPr id="205" name="Google Shape;205;p32"/>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206" name="Google Shape;206;p32"/>
          <p:cNvPicPr preferRelativeResize="0"/>
          <p:nvPr/>
        </p:nvPicPr>
        <p:blipFill rotWithShape="1">
          <a:blip r:embed="rId3">
            <a:alphaModFix/>
          </a:blip>
          <a:srcRect/>
          <a:stretch/>
        </p:blipFill>
        <p:spPr>
          <a:xfrm>
            <a:off x="-36599" y="-36550"/>
            <a:ext cx="9217198" cy="52165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25"/>
            <a:ext cx="7717500" cy="478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1pPr>
            <a:lvl2pPr lvl="1"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2pPr>
            <a:lvl3pPr lvl="2"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3pPr>
            <a:lvl4pPr lvl="3"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4pPr>
            <a:lvl5pPr lvl="4"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5pPr>
            <a:lvl6pPr lvl="5"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6pPr>
            <a:lvl7pPr lvl="6"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7pPr>
            <a:lvl8pPr lvl="7"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8pPr>
            <a:lvl9pPr lvl="8"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marL="914400" lvl="1"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a:lnSpc>
                <a:spcPct val="100000"/>
              </a:lnSpc>
              <a:spcBef>
                <a:spcPts val="1600"/>
              </a:spcBef>
              <a:spcAft>
                <a:spcPts val="160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8" r:id="rId5"/>
    <p:sldLayoutId id="2147483660" r:id="rId6"/>
    <p:sldLayoutId id="2147483664" r:id="rId7"/>
    <p:sldLayoutId id="2147483666" r:id="rId8"/>
    <p:sldLayoutId id="2147483668" r:id="rId9"/>
    <p:sldLayoutId id="2147483677" r:id="rId10"/>
    <p:sldLayoutId id="214748367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cxnSp>
        <p:nvCxnSpPr>
          <p:cNvPr id="215" name="Google Shape;215;p35"/>
          <p:cNvCxnSpPr/>
          <p:nvPr/>
        </p:nvCxnSpPr>
        <p:spPr>
          <a:xfrm>
            <a:off x="2339752" y="2571750"/>
            <a:ext cx="4338000" cy="0"/>
          </a:xfrm>
          <a:prstGeom prst="straightConnector1">
            <a:avLst/>
          </a:prstGeom>
          <a:noFill/>
          <a:ln w="9525" cap="flat" cmpd="sng">
            <a:solidFill>
              <a:schemeClr val="dk2"/>
            </a:solidFill>
            <a:prstDash val="solid"/>
            <a:round/>
            <a:headEnd type="none" w="med" len="med"/>
            <a:tailEnd type="none" w="med" len="med"/>
          </a:ln>
        </p:spPr>
      </p:cxnSp>
      <p:sp>
        <p:nvSpPr>
          <p:cNvPr id="216" name="Google Shape;216;p35"/>
          <p:cNvSpPr txBox="1">
            <a:spLocks noGrp="1"/>
          </p:cNvSpPr>
          <p:nvPr>
            <p:ph type="ctrTitle"/>
          </p:nvPr>
        </p:nvSpPr>
        <p:spPr>
          <a:xfrm>
            <a:off x="1771252" y="1851670"/>
            <a:ext cx="5475000" cy="72008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latin typeface="Rockwell" pitchFamily="18" charset="0"/>
              </a:rPr>
              <a:t>Welcome…</a:t>
            </a:r>
            <a:endParaRPr dirty="0">
              <a:latin typeface="Rockwell"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cxnSp>
        <p:nvCxnSpPr>
          <p:cNvPr id="222" name="Google Shape;222;p36"/>
          <p:cNvCxnSpPr/>
          <p:nvPr/>
        </p:nvCxnSpPr>
        <p:spPr>
          <a:xfrm>
            <a:off x="2479650" y="1058650"/>
            <a:ext cx="4184700" cy="0"/>
          </a:xfrm>
          <a:prstGeom prst="straightConnector1">
            <a:avLst/>
          </a:prstGeom>
          <a:noFill/>
          <a:ln w="9525" cap="flat" cmpd="sng">
            <a:solidFill>
              <a:schemeClr val="dk2"/>
            </a:solidFill>
            <a:prstDash val="solid"/>
            <a:round/>
            <a:headEnd type="none" w="med" len="med"/>
            <a:tailEnd type="none" w="med" len="med"/>
          </a:ln>
        </p:spPr>
      </p:cxnSp>
      <p:sp>
        <p:nvSpPr>
          <p:cNvPr id="223" name="Google Shape;223;p36"/>
          <p:cNvSpPr txBox="1">
            <a:spLocks noGrp="1"/>
          </p:cNvSpPr>
          <p:nvPr>
            <p:ph type="title"/>
          </p:nvPr>
        </p:nvSpPr>
        <p:spPr>
          <a:xfrm>
            <a:off x="971600" y="539525"/>
            <a:ext cx="7272808" cy="8800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Name of Project:- Book Publication Management System</a:t>
            </a:r>
            <a:endParaRPr dirty="0"/>
          </a:p>
        </p:txBody>
      </p:sp>
      <p:graphicFrame>
        <p:nvGraphicFramePr>
          <p:cNvPr id="7" name="Table 6"/>
          <p:cNvGraphicFramePr>
            <a:graphicFrameLocks noGrp="1"/>
          </p:cNvGraphicFramePr>
          <p:nvPr>
            <p:extLst>
              <p:ext uri="{D42A27DB-BD31-4B8C-83A1-F6EECF244321}">
                <p14:modId xmlns:p14="http://schemas.microsoft.com/office/powerpoint/2010/main" val="1074457968"/>
              </p:ext>
            </p:extLst>
          </p:nvPr>
        </p:nvGraphicFramePr>
        <p:xfrm>
          <a:off x="611560" y="1563638"/>
          <a:ext cx="7488831" cy="2296160"/>
        </p:xfrm>
        <a:graphic>
          <a:graphicData uri="http://schemas.openxmlformats.org/drawingml/2006/table">
            <a:tbl>
              <a:tblPr firstRow="1" bandRow="1">
                <a:tableStyleId>{68D230F3-CF80-4859-8CE7-A43EE81993B5}</a:tableStyleId>
              </a:tblPr>
              <a:tblGrid>
                <a:gridCol w="720080"/>
                <a:gridCol w="2275453"/>
                <a:gridCol w="1497766"/>
                <a:gridCol w="1497766"/>
                <a:gridCol w="1497766"/>
              </a:tblGrid>
              <a:tr h="370840">
                <a:tc>
                  <a:txBody>
                    <a:bodyPr/>
                    <a:lstStyle/>
                    <a:p>
                      <a:r>
                        <a:rPr lang="en-US" dirty="0" smtClean="0">
                          <a:ln>
                            <a:solidFill>
                              <a:schemeClr val="tx1"/>
                            </a:solidFill>
                          </a:ln>
                        </a:rPr>
                        <a:t>Serial</a:t>
                      </a:r>
                      <a:r>
                        <a:rPr lang="en-US" baseline="0" dirty="0" smtClean="0">
                          <a:ln>
                            <a:solidFill>
                              <a:schemeClr val="tx1"/>
                            </a:solidFill>
                          </a:ln>
                        </a:rPr>
                        <a:t> No.</a:t>
                      </a:r>
                      <a:endParaRPr lang="en-IN" dirty="0">
                        <a:ln>
                          <a:solidFill>
                            <a:schemeClr val="tx1"/>
                          </a:solidFill>
                        </a:ln>
                        <a:solidFill>
                          <a:schemeClr val="tx1"/>
                        </a:solidFill>
                      </a:endParaRPr>
                    </a:p>
                  </a:txBody>
                  <a:tcPr/>
                </a:tc>
                <a:tc>
                  <a:txBody>
                    <a:bodyPr/>
                    <a:lstStyle/>
                    <a:p>
                      <a:r>
                        <a:rPr lang="en-US" dirty="0" smtClean="0">
                          <a:ln>
                            <a:solidFill>
                              <a:schemeClr val="tx1"/>
                            </a:solidFill>
                          </a:ln>
                        </a:rPr>
                        <a:t>Name</a:t>
                      </a:r>
                      <a:r>
                        <a:rPr lang="en-US" baseline="0" dirty="0" smtClean="0">
                          <a:ln>
                            <a:solidFill>
                              <a:schemeClr val="tx1"/>
                            </a:solidFill>
                          </a:ln>
                        </a:rPr>
                        <a:t> of Group Members</a:t>
                      </a:r>
                      <a:endParaRPr lang="en-IN" dirty="0">
                        <a:ln>
                          <a:solidFill>
                            <a:schemeClr val="tx1"/>
                          </a:solidFill>
                        </a:ln>
                        <a:solidFill>
                          <a:schemeClr val="tx1"/>
                        </a:solidFill>
                      </a:endParaRPr>
                    </a:p>
                  </a:txBody>
                  <a:tcPr/>
                </a:tc>
                <a:tc>
                  <a:txBody>
                    <a:bodyPr/>
                    <a:lstStyle/>
                    <a:p>
                      <a:r>
                        <a:rPr lang="en-US" dirty="0" smtClean="0">
                          <a:ln>
                            <a:solidFill>
                              <a:schemeClr val="tx1"/>
                            </a:solidFill>
                          </a:ln>
                        </a:rPr>
                        <a:t>Class</a:t>
                      </a:r>
                      <a:r>
                        <a:rPr lang="en-US" baseline="0" dirty="0" smtClean="0">
                          <a:ln>
                            <a:solidFill>
                              <a:schemeClr val="tx1"/>
                            </a:solidFill>
                          </a:ln>
                        </a:rPr>
                        <a:t> </a:t>
                      </a:r>
                      <a:endParaRPr lang="en-IN" dirty="0">
                        <a:ln>
                          <a:solidFill>
                            <a:schemeClr val="tx1"/>
                          </a:solidFill>
                        </a:ln>
                        <a:solidFill>
                          <a:schemeClr val="tx1"/>
                        </a:solidFill>
                      </a:endParaRPr>
                    </a:p>
                  </a:txBody>
                  <a:tcPr/>
                </a:tc>
                <a:tc>
                  <a:txBody>
                    <a:bodyPr/>
                    <a:lstStyle/>
                    <a:p>
                      <a:r>
                        <a:rPr lang="en-US" dirty="0" smtClean="0"/>
                        <a:t>Branch</a:t>
                      </a:r>
                      <a:endParaRPr lang="en-IN" dirty="0">
                        <a:solidFill>
                          <a:schemeClr val="tx1"/>
                        </a:solidFill>
                      </a:endParaRPr>
                    </a:p>
                  </a:txBody>
                  <a:tcPr/>
                </a:tc>
                <a:tc>
                  <a:txBody>
                    <a:bodyPr/>
                    <a:lstStyle/>
                    <a:p>
                      <a:r>
                        <a:rPr lang="en-US" dirty="0" smtClean="0"/>
                        <a:t>Divison</a:t>
                      </a:r>
                      <a:endParaRPr lang="en-IN" dirty="0">
                        <a:solidFill>
                          <a:schemeClr val="tx1"/>
                        </a:solidFill>
                      </a:endParaRPr>
                    </a:p>
                  </a:txBody>
                  <a:tcPr/>
                </a:tc>
              </a:tr>
              <a:tr h="370840">
                <a:tc>
                  <a:txBody>
                    <a:bodyPr/>
                    <a:lstStyle/>
                    <a:p>
                      <a:r>
                        <a:rPr lang="en-US" dirty="0" smtClean="0"/>
                        <a:t>1.</a:t>
                      </a:r>
                      <a:endParaRPr lang="en-IN" dirty="0">
                        <a:solidFill>
                          <a:schemeClr val="tx1"/>
                        </a:solidFill>
                      </a:endParaRPr>
                    </a:p>
                  </a:txBody>
                  <a:tcPr/>
                </a:tc>
                <a:tc>
                  <a:txBody>
                    <a:bodyPr/>
                    <a:lstStyle/>
                    <a:p>
                      <a:r>
                        <a:rPr lang="en-US" dirty="0" smtClean="0"/>
                        <a:t>Umesh Vikas Sathe</a:t>
                      </a:r>
                      <a:endParaRPr lang="en-IN" dirty="0">
                        <a:solidFill>
                          <a:schemeClr val="tx1"/>
                        </a:solidFill>
                      </a:endParaRPr>
                    </a:p>
                  </a:txBody>
                  <a:tcPr/>
                </a:tc>
                <a:tc>
                  <a:txBody>
                    <a:bodyPr/>
                    <a:lstStyle/>
                    <a:p>
                      <a:r>
                        <a:rPr lang="en-US" dirty="0" smtClean="0"/>
                        <a:t>T.Y.BTech.</a:t>
                      </a:r>
                      <a:endParaRPr lang="en-IN" dirty="0">
                        <a:solidFill>
                          <a:schemeClr val="tx1"/>
                        </a:solidFill>
                      </a:endParaRPr>
                    </a:p>
                  </a:txBody>
                  <a:tcPr/>
                </a:tc>
                <a:tc>
                  <a:txBody>
                    <a:bodyPr/>
                    <a:lstStyle/>
                    <a:p>
                      <a:r>
                        <a:rPr lang="en-US" dirty="0" smtClean="0"/>
                        <a:t>CSE</a:t>
                      </a:r>
                      <a:endParaRPr lang="en-IN" dirty="0">
                        <a:solidFill>
                          <a:schemeClr val="tx1"/>
                        </a:solidFill>
                      </a:endParaRPr>
                    </a:p>
                  </a:txBody>
                  <a:tcPr/>
                </a:tc>
                <a:tc>
                  <a:txBody>
                    <a:bodyPr/>
                    <a:lstStyle/>
                    <a:p>
                      <a:r>
                        <a:rPr lang="en-US" dirty="0" smtClean="0"/>
                        <a:t>A</a:t>
                      </a:r>
                      <a:endParaRPr lang="en-IN" dirty="0">
                        <a:solidFill>
                          <a:schemeClr val="tx1"/>
                        </a:solidFill>
                      </a:endParaRPr>
                    </a:p>
                  </a:txBody>
                  <a:tcPr/>
                </a:tc>
              </a:tr>
              <a:tr h="370840">
                <a:tc>
                  <a:txBody>
                    <a:bodyPr/>
                    <a:lstStyle/>
                    <a:p>
                      <a:r>
                        <a:rPr lang="en-US" dirty="0" smtClean="0"/>
                        <a:t>2.</a:t>
                      </a:r>
                      <a:endParaRPr lang="en-IN" dirty="0">
                        <a:solidFill>
                          <a:schemeClr val="tx1"/>
                        </a:solidFill>
                      </a:endParaRPr>
                    </a:p>
                  </a:txBody>
                  <a:tcPr/>
                </a:tc>
                <a:tc>
                  <a:txBody>
                    <a:bodyPr/>
                    <a:lstStyle/>
                    <a:p>
                      <a:r>
                        <a:rPr lang="en-US" dirty="0" smtClean="0"/>
                        <a:t>Sanket</a:t>
                      </a:r>
                      <a:r>
                        <a:rPr lang="en-US" baseline="0" dirty="0" smtClean="0"/>
                        <a:t> Sambhaji Kondubhairy</a:t>
                      </a:r>
                      <a:endParaRPr lang="en-IN" dirty="0">
                        <a:solidFill>
                          <a:schemeClr val="tx1"/>
                        </a:solidFill>
                      </a:endParaRPr>
                    </a:p>
                  </a:txBody>
                  <a:tcPr/>
                </a:tc>
                <a:tc>
                  <a:txBody>
                    <a:bodyPr/>
                    <a:lstStyle/>
                    <a:p>
                      <a:r>
                        <a:rPr lang="en-US" dirty="0" smtClean="0"/>
                        <a:t>T.Y.BTech.</a:t>
                      </a:r>
                      <a:endParaRPr lang="en-IN" dirty="0">
                        <a:solidFill>
                          <a:schemeClr val="tx1"/>
                        </a:solidFill>
                      </a:endParaRPr>
                    </a:p>
                  </a:txBody>
                  <a:tcPr/>
                </a:tc>
                <a:tc>
                  <a:txBody>
                    <a:bodyPr/>
                    <a:lstStyle/>
                    <a:p>
                      <a:r>
                        <a:rPr lang="en-US" dirty="0" smtClean="0"/>
                        <a:t>CSE</a:t>
                      </a:r>
                      <a:endParaRPr lang="en-IN" dirty="0">
                        <a:solidFill>
                          <a:schemeClr val="tx1"/>
                        </a:solidFill>
                      </a:endParaRPr>
                    </a:p>
                  </a:txBody>
                  <a:tcPr/>
                </a:tc>
                <a:tc>
                  <a:txBody>
                    <a:bodyPr/>
                    <a:lstStyle/>
                    <a:p>
                      <a:r>
                        <a:rPr lang="en-US" dirty="0" smtClean="0"/>
                        <a:t>A</a:t>
                      </a:r>
                      <a:endParaRPr lang="en-IN" dirty="0">
                        <a:solidFill>
                          <a:schemeClr val="tx1"/>
                        </a:solidFill>
                      </a:endParaRPr>
                    </a:p>
                  </a:txBody>
                  <a:tcPr/>
                </a:tc>
              </a:tr>
              <a:tr h="370840">
                <a:tc>
                  <a:txBody>
                    <a:bodyPr/>
                    <a:lstStyle/>
                    <a:p>
                      <a:r>
                        <a:rPr lang="en-US" dirty="0" smtClean="0"/>
                        <a:t>3.</a:t>
                      </a:r>
                      <a:endParaRPr lang="en-IN" dirty="0">
                        <a:solidFill>
                          <a:schemeClr val="tx1"/>
                        </a:solidFill>
                      </a:endParaRPr>
                    </a:p>
                  </a:txBody>
                  <a:tcPr/>
                </a:tc>
                <a:tc>
                  <a:txBody>
                    <a:bodyPr/>
                    <a:lstStyle/>
                    <a:p>
                      <a:r>
                        <a:rPr lang="en-US" dirty="0" smtClean="0"/>
                        <a:t>Gorakshnath Balkrushna</a:t>
                      </a:r>
                      <a:r>
                        <a:rPr lang="en-US" baseline="0" dirty="0" smtClean="0"/>
                        <a:t> Shejal</a:t>
                      </a:r>
                      <a:endParaRPr lang="en-IN" dirty="0">
                        <a:solidFill>
                          <a:schemeClr val="tx1"/>
                        </a:solidFill>
                      </a:endParaRPr>
                    </a:p>
                  </a:txBody>
                  <a:tcPr/>
                </a:tc>
                <a:tc>
                  <a:txBody>
                    <a:bodyPr/>
                    <a:lstStyle/>
                    <a:p>
                      <a:r>
                        <a:rPr lang="en-US" dirty="0" smtClean="0"/>
                        <a:t>T.Y.BTech. </a:t>
                      </a:r>
                      <a:endParaRPr lang="en-IN" dirty="0">
                        <a:solidFill>
                          <a:schemeClr val="tx1"/>
                        </a:solidFill>
                      </a:endParaRPr>
                    </a:p>
                  </a:txBody>
                  <a:tcPr/>
                </a:tc>
                <a:tc>
                  <a:txBody>
                    <a:bodyPr/>
                    <a:lstStyle/>
                    <a:p>
                      <a:r>
                        <a:rPr lang="en-US" dirty="0" smtClean="0"/>
                        <a:t>CSE</a:t>
                      </a:r>
                      <a:endParaRPr lang="en-IN" dirty="0">
                        <a:solidFill>
                          <a:schemeClr val="tx1"/>
                        </a:solidFill>
                      </a:endParaRPr>
                    </a:p>
                  </a:txBody>
                  <a:tcPr/>
                </a:tc>
                <a:tc>
                  <a:txBody>
                    <a:bodyPr/>
                    <a:lstStyle/>
                    <a:p>
                      <a:r>
                        <a:rPr lang="en-US" dirty="0" smtClean="0"/>
                        <a:t>A</a:t>
                      </a:r>
                      <a:endParaRPr lang="en-IN" dirty="0">
                        <a:solidFill>
                          <a:schemeClr val="tx1"/>
                        </a:solidFill>
                      </a:endParaRPr>
                    </a:p>
                  </a:txBody>
                  <a:tcPr/>
                </a:tc>
              </a:tr>
              <a:tr h="370840">
                <a:tc>
                  <a:txBody>
                    <a:bodyPr/>
                    <a:lstStyle/>
                    <a:p>
                      <a:r>
                        <a:rPr lang="en-US" dirty="0" smtClean="0"/>
                        <a:t>4.</a:t>
                      </a:r>
                      <a:endParaRPr lang="en-IN" dirty="0">
                        <a:solidFill>
                          <a:schemeClr val="tx1"/>
                        </a:solidFill>
                      </a:endParaRPr>
                    </a:p>
                  </a:txBody>
                  <a:tcPr/>
                </a:tc>
                <a:tc>
                  <a:txBody>
                    <a:bodyPr/>
                    <a:lstStyle/>
                    <a:p>
                      <a:r>
                        <a:rPr lang="en-US" dirty="0" smtClean="0"/>
                        <a:t>Pratik</a:t>
                      </a:r>
                      <a:r>
                        <a:rPr lang="en-US" baseline="0" dirty="0" smtClean="0"/>
                        <a:t> Gorakh Mali </a:t>
                      </a:r>
                      <a:endParaRPr lang="en-IN" dirty="0">
                        <a:solidFill>
                          <a:schemeClr val="tx1"/>
                        </a:solidFill>
                      </a:endParaRPr>
                    </a:p>
                  </a:txBody>
                  <a:tcPr/>
                </a:tc>
                <a:tc>
                  <a:txBody>
                    <a:bodyPr/>
                    <a:lstStyle/>
                    <a:p>
                      <a:r>
                        <a:rPr lang="en-US" dirty="0" smtClean="0"/>
                        <a:t>T.Y.BTech.</a:t>
                      </a:r>
                      <a:endParaRPr lang="en-IN" dirty="0">
                        <a:solidFill>
                          <a:schemeClr val="tx1"/>
                        </a:solidFill>
                      </a:endParaRPr>
                    </a:p>
                  </a:txBody>
                  <a:tcPr/>
                </a:tc>
                <a:tc>
                  <a:txBody>
                    <a:bodyPr/>
                    <a:lstStyle/>
                    <a:p>
                      <a:r>
                        <a:rPr lang="en-US" dirty="0" smtClean="0"/>
                        <a:t>CSE</a:t>
                      </a:r>
                      <a:endParaRPr lang="en-IN" dirty="0">
                        <a:solidFill>
                          <a:schemeClr val="tx1"/>
                        </a:solidFill>
                      </a:endParaRPr>
                    </a:p>
                  </a:txBody>
                  <a:tcPr/>
                </a:tc>
                <a:tc>
                  <a:txBody>
                    <a:bodyPr/>
                    <a:lstStyle/>
                    <a:p>
                      <a:r>
                        <a:rPr lang="en-US" dirty="0" smtClean="0"/>
                        <a:t>A</a:t>
                      </a:r>
                      <a:endParaRPr lang="en-IN" dirty="0">
                        <a:solidFill>
                          <a:schemeClr val="tx1"/>
                        </a:solidFill>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7"/>
          <p:cNvSpPr txBox="1">
            <a:spLocks noGrp="1"/>
          </p:cNvSpPr>
          <p:nvPr>
            <p:ph type="title"/>
          </p:nvPr>
        </p:nvSpPr>
        <p:spPr>
          <a:xfrm>
            <a:off x="2761490" y="267494"/>
            <a:ext cx="3477900" cy="88312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smtClean="0">
                <a:solidFill>
                  <a:schemeClr val="tx1"/>
                </a:solidFill>
                <a:latin typeface="Times New Roman" pitchFamily="18" charset="0"/>
                <a:cs typeface="Times New Roman" pitchFamily="18" charset="0"/>
              </a:rPr>
              <a:t>Introduction of the Project</a:t>
            </a:r>
            <a:endParaRPr sz="2400" dirty="0">
              <a:solidFill>
                <a:schemeClr val="tx1"/>
              </a:solidFill>
              <a:latin typeface="Times New Roman" pitchFamily="18" charset="0"/>
              <a:cs typeface="Times New Roman" pitchFamily="18" charset="0"/>
            </a:endParaRPr>
          </a:p>
        </p:txBody>
      </p:sp>
      <p:cxnSp>
        <p:nvCxnSpPr>
          <p:cNvPr id="231" name="Google Shape;231;p37"/>
          <p:cNvCxnSpPr/>
          <p:nvPr/>
        </p:nvCxnSpPr>
        <p:spPr>
          <a:xfrm>
            <a:off x="3131840" y="987574"/>
            <a:ext cx="2737200" cy="0"/>
          </a:xfrm>
          <a:prstGeom prst="straightConnector1">
            <a:avLst/>
          </a:prstGeom>
          <a:noFill/>
          <a:ln w="9525" cap="flat" cmpd="sng">
            <a:solidFill>
              <a:schemeClr val="dk2"/>
            </a:solidFill>
            <a:prstDash val="solid"/>
            <a:round/>
            <a:headEnd type="none" w="med" len="med"/>
            <a:tailEnd type="none" w="med" len="med"/>
          </a:ln>
        </p:spPr>
      </p:cxnSp>
      <p:sp>
        <p:nvSpPr>
          <p:cNvPr id="3" name="TextBox 2"/>
          <p:cNvSpPr txBox="1"/>
          <p:nvPr/>
        </p:nvSpPr>
        <p:spPr>
          <a:xfrm>
            <a:off x="1547664" y="1491630"/>
            <a:ext cx="6480720" cy="332398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buFont typeface="Wingdings" panose="05000000000000000000" pitchFamily="2" charset="2"/>
              <a:buChar char="Ø"/>
            </a:pPr>
            <a:endParaRPr lang="en-IN" b="1" dirty="0" smtClean="0">
              <a:latin typeface="Times New Roman" pitchFamily="18" charset="0"/>
              <a:cs typeface="Times New Roman" pitchFamily="18" charset="0"/>
            </a:endParaRPr>
          </a:p>
          <a:p>
            <a:pPr>
              <a:buFont typeface="Wingdings" panose="05000000000000000000" pitchFamily="2" charset="2"/>
              <a:buChar char="Ø"/>
            </a:pPr>
            <a:r>
              <a:rPr lang="en-IN" b="1" dirty="0" smtClean="0">
                <a:latin typeface="Times New Roman" pitchFamily="18" charset="0"/>
                <a:cs typeface="Times New Roman" pitchFamily="18" charset="0"/>
              </a:rPr>
              <a:t>A Book Publication Management System </a:t>
            </a:r>
            <a:r>
              <a:rPr lang="en-IN" b="1" dirty="0">
                <a:latin typeface="Times New Roman" pitchFamily="18" charset="0"/>
                <a:cs typeface="Times New Roman" pitchFamily="18" charset="0"/>
              </a:rPr>
              <a:t>keeps track of </a:t>
            </a:r>
            <a:r>
              <a:rPr lang="en-IN" b="1" dirty="0" smtClean="0">
                <a:latin typeface="Times New Roman" pitchFamily="18" charset="0"/>
                <a:cs typeface="Times New Roman" pitchFamily="18" charset="0"/>
              </a:rPr>
              <a:t>all books </a:t>
            </a:r>
            <a:r>
              <a:rPr lang="en-IN" b="1" smtClean="0">
                <a:latin typeface="Times New Roman" pitchFamily="18" charset="0"/>
                <a:cs typeface="Times New Roman" pitchFamily="18" charset="0"/>
              </a:rPr>
              <a:t>those </a:t>
            </a:r>
            <a:r>
              <a:rPr lang="en-IN" b="1" smtClean="0">
                <a:latin typeface="Times New Roman" pitchFamily="18" charset="0"/>
                <a:cs typeface="Times New Roman" pitchFamily="18" charset="0"/>
              </a:rPr>
              <a:t>are</a:t>
            </a:r>
            <a:r>
              <a:rPr lang="en-IN" b="1" smtClean="0">
                <a:latin typeface="Times New Roman" pitchFamily="18" charset="0"/>
                <a:cs typeface="Times New Roman" pitchFamily="18" charset="0"/>
              </a:rPr>
              <a:t> </a:t>
            </a:r>
            <a:r>
              <a:rPr lang="en-IN" b="1" dirty="0" smtClean="0">
                <a:latin typeface="Times New Roman" pitchFamily="18" charset="0"/>
                <a:cs typeface="Times New Roman" pitchFamily="18" charset="0"/>
              </a:rPr>
              <a:t>published.</a:t>
            </a:r>
          </a:p>
          <a:p>
            <a:endParaRPr lang="en-IN" b="1" dirty="0">
              <a:latin typeface="Times New Roman" pitchFamily="18" charset="0"/>
              <a:cs typeface="Times New Roman" pitchFamily="18" charset="0"/>
            </a:endParaRPr>
          </a:p>
          <a:p>
            <a:pPr>
              <a:buFont typeface="Wingdings" panose="05000000000000000000" pitchFamily="2" charset="2"/>
              <a:buChar char="Ø"/>
            </a:pPr>
            <a:r>
              <a:rPr lang="en-IN" b="1" dirty="0">
                <a:latin typeface="Times New Roman" pitchFamily="18" charset="0"/>
                <a:cs typeface="Times New Roman" pitchFamily="18" charset="0"/>
              </a:rPr>
              <a:t>It is an important piece of software </a:t>
            </a:r>
            <a:r>
              <a:rPr lang="en-IN" b="1" dirty="0" smtClean="0">
                <a:latin typeface="Times New Roman" pitchFamily="18" charset="0"/>
                <a:cs typeface="Times New Roman" pitchFamily="18" charset="0"/>
              </a:rPr>
              <a:t>which will help us to maintain record of all books.This software is most useful at </a:t>
            </a:r>
            <a:r>
              <a:rPr lang="en-IN" b="1" dirty="0">
                <a:latin typeface="Times New Roman" pitchFamily="18" charset="0"/>
                <a:cs typeface="Times New Roman" pitchFamily="18" charset="0"/>
              </a:rPr>
              <a:t>schools </a:t>
            </a:r>
            <a:r>
              <a:rPr lang="en-IN" b="1" dirty="0" smtClean="0">
                <a:latin typeface="Times New Roman" pitchFamily="18" charset="0"/>
                <a:cs typeface="Times New Roman" pitchFamily="18" charset="0"/>
              </a:rPr>
              <a:t>,colleges </a:t>
            </a:r>
            <a:r>
              <a:rPr lang="en-IN" b="1" dirty="0">
                <a:latin typeface="Times New Roman" pitchFamily="18" charset="0"/>
                <a:cs typeface="Times New Roman" pitchFamily="18" charset="0"/>
              </a:rPr>
              <a:t>and </a:t>
            </a:r>
            <a:r>
              <a:rPr lang="en-IN" b="1" dirty="0" smtClean="0">
                <a:latin typeface="Times New Roman" pitchFamily="18" charset="0"/>
                <a:cs typeface="Times New Roman" pitchFamily="18" charset="0"/>
              </a:rPr>
              <a:t>libraries.</a:t>
            </a:r>
          </a:p>
          <a:p>
            <a:r>
              <a:rPr lang="en-IN" b="1" dirty="0" smtClean="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a:buFont typeface="Wingdings" panose="05000000000000000000" pitchFamily="2" charset="2"/>
              <a:buChar char="Ø"/>
            </a:pPr>
            <a:r>
              <a:rPr lang="en-IN" b="1" dirty="0" smtClean="0">
                <a:latin typeface="Times New Roman" pitchFamily="18" charset="0"/>
                <a:cs typeface="Times New Roman" pitchFamily="18" charset="0"/>
              </a:rPr>
              <a:t>Tkinter is the standard GUI library for Python.We </a:t>
            </a:r>
            <a:r>
              <a:rPr lang="en-IN" b="1" dirty="0">
                <a:latin typeface="Times New Roman" pitchFamily="18" charset="0"/>
                <a:cs typeface="Times New Roman" pitchFamily="18" charset="0"/>
              </a:rPr>
              <a:t>will build a </a:t>
            </a:r>
            <a:r>
              <a:rPr lang="en-IN" b="1" dirty="0" smtClean="0">
                <a:latin typeface="Times New Roman" pitchFamily="18" charset="0"/>
                <a:cs typeface="Times New Roman" pitchFamily="18" charset="0"/>
              </a:rPr>
              <a:t>Book  Publication Management System </a:t>
            </a:r>
            <a:r>
              <a:rPr lang="en-IN" b="1" dirty="0">
                <a:latin typeface="Times New Roman" pitchFamily="18" charset="0"/>
                <a:cs typeface="Times New Roman" pitchFamily="18" charset="0"/>
              </a:rPr>
              <a:t>using Tkinter </a:t>
            </a:r>
            <a:r>
              <a:rPr lang="en-IN" b="1" dirty="0" smtClean="0">
                <a:latin typeface="Times New Roman" pitchFamily="18" charset="0"/>
                <a:cs typeface="Times New Roman" pitchFamily="18" charset="0"/>
              </a:rPr>
              <a:t>Library to </a:t>
            </a:r>
            <a:r>
              <a:rPr lang="en-IN" b="1" dirty="0">
                <a:latin typeface="Times New Roman" pitchFamily="18" charset="0"/>
                <a:cs typeface="Times New Roman" pitchFamily="18" charset="0"/>
              </a:rPr>
              <a:t>make it interactive</a:t>
            </a:r>
            <a:r>
              <a:rPr lang="en-IN" b="1" dirty="0" smtClean="0">
                <a:latin typeface="Times New Roman" pitchFamily="18" charset="0"/>
                <a:cs typeface="Times New Roman" pitchFamily="18" charset="0"/>
              </a:rPr>
              <a:t>.</a:t>
            </a:r>
          </a:p>
          <a:p>
            <a:endParaRPr lang="en-IN" b="1" dirty="0">
              <a:latin typeface="Times New Roman" pitchFamily="18" charset="0"/>
              <a:cs typeface="Times New Roman" pitchFamily="18" charset="0"/>
            </a:endParaRPr>
          </a:p>
          <a:p>
            <a:pPr>
              <a:buFont typeface="Wingdings" panose="05000000000000000000" pitchFamily="2" charset="2"/>
              <a:buChar char="Ø"/>
            </a:pPr>
            <a:r>
              <a:rPr lang="en-IN" b="1" dirty="0">
                <a:latin typeface="Times New Roman" pitchFamily="18" charset="0"/>
                <a:cs typeface="Times New Roman" pitchFamily="18" charset="0"/>
              </a:rPr>
              <a:t>Book Publication Management </a:t>
            </a:r>
            <a:r>
              <a:rPr lang="en-IN" b="1" dirty="0" smtClean="0">
                <a:latin typeface="Times New Roman" pitchFamily="18" charset="0"/>
                <a:cs typeface="Times New Roman" pitchFamily="18" charset="0"/>
              </a:rPr>
              <a:t>System is </a:t>
            </a:r>
            <a:r>
              <a:rPr lang="en-IN" b="1" dirty="0">
                <a:latin typeface="Times New Roman" pitchFamily="18" charset="0"/>
                <a:cs typeface="Times New Roman" pitchFamily="18" charset="0"/>
              </a:rPr>
              <a:t>a </a:t>
            </a:r>
            <a:r>
              <a:rPr lang="en-IN" b="1" dirty="0" smtClean="0">
                <a:latin typeface="Times New Roman" pitchFamily="18" charset="0"/>
                <a:cs typeface="Times New Roman" pitchFamily="18" charset="0"/>
              </a:rPr>
              <a:t>software which stores whole information of published books in </a:t>
            </a:r>
            <a:r>
              <a:rPr lang="en-IN" b="1" dirty="0">
                <a:latin typeface="Times New Roman" pitchFamily="18" charset="0"/>
                <a:cs typeface="Times New Roman" pitchFamily="18" charset="0"/>
              </a:rPr>
              <a:t>a local </a:t>
            </a:r>
            <a:r>
              <a:rPr lang="en-IN" b="1" dirty="0" smtClean="0">
                <a:latin typeface="Times New Roman" pitchFamily="18" charset="0"/>
                <a:cs typeface="Times New Roman" pitchFamily="18" charset="0"/>
              </a:rPr>
              <a:t>database.</a:t>
            </a:r>
          </a:p>
          <a:p>
            <a:endParaRPr lang="en-IN" b="1" dirty="0" smtClean="0">
              <a:latin typeface="Times New Roman" pitchFamily="18" charset="0"/>
              <a:cs typeface="Times New Roman" pitchFamily="18" charset="0"/>
            </a:endParaRPr>
          </a:p>
          <a:p>
            <a:pPr>
              <a:buFont typeface="Wingdings" panose="05000000000000000000" pitchFamily="2" charset="2"/>
              <a:buChar char="Ø"/>
            </a:pPr>
            <a:r>
              <a:rPr lang="en-IN" b="1" dirty="0">
                <a:latin typeface="Times New Roman" pitchFamily="18" charset="0"/>
                <a:cs typeface="Times New Roman" pitchFamily="18" charset="0"/>
              </a:rPr>
              <a:t>W</a:t>
            </a:r>
            <a:r>
              <a:rPr lang="en-IN" b="1" dirty="0" smtClean="0">
                <a:latin typeface="Times New Roman" pitchFamily="18" charset="0"/>
                <a:cs typeface="Times New Roman" pitchFamily="18" charset="0"/>
              </a:rPr>
              <a:t>e can easily add, delete, update a book information in the database.</a:t>
            </a:r>
          </a:p>
          <a:p>
            <a:pPr>
              <a:buFont typeface="Wingdings" panose="05000000000000000000" pitchFamily="2" charset="2"/>
              <a:buChar char="Ø"/>
            </a:pPr>
            <a:endParaRPr lang="en-IN" b="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cxnSp>
        <p:nvCxnSpPr>
          <p:cNvPr id="261" name="Google Shape;261;p39"/>
          <p:cNvCxnSpPr/>
          <p:nvPr/>
        </p:nvCxnSpPr>
        <p:spPr>
          <a:xfrm>
            <a:off x="3175350" y="1635646"/>
            <a:ext cx="2793300" cy="0"/>
          </a:xfrm>
          <a:prstGeom prst="straightConnector1">
            <a:avLst/>
          </a:prstGeom>
          <a:noFill/>
          <a:ln w="9525" cap="flat" cmpd="sng">
            <a:solidFill>
              <a:schemeClr val="dk2"/>
            </a:solidFill>
            <a:prstDash val="solid"/>
            <a:round/>
            <a:headEnd type="none" w="med" len="med"/>
            <a:tailEnd type="none" w="med" len="med"/>
          </a:ln>
        </p:spPr>
      </p:cxnSp>
      <p:sp>
        <p:nvSpPr>
          <p:cNvPr id="262" name="Google Shape;262;p39"/>
          <p:cNvSpPr txBox="1">
            <a:spLocks noGrp="1"/>
          </p:cNvSpPr>
          <p:nvPr>
            <p:ph type="title"/>
          </p:nvPr>
        </p:nvSpPr>
        <p:spPr>
          <a:xfrm>
            <a:off x="2694275" y="1034825"/>
            <a:ext cx="37554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smtClean="0"/>
              <a:t>Requirements</a:t>
            </a:r>
            <a:endParaRPr dirty="0"/>
          </a:p>
        </p:txBody>
      </p:sp>
      <p:sp>
        <p:nvSpPr>
          <p:cNvPr id="6" name="Google Shape;260;p39"/>
          <p:cNvSpPr txBox="1">
            <a:spLocks noGrp="1"/>
          </p:cNvSpPr>
          <p:nvPr>
            <p:ph type="subTitle" idx="1"/>
          </p:nvPr>
        </p:nvSpPr>
        <p:spPr>
          <a:xfrm>
            <a:off x="1840024" y="1779662"/>
            <a:ext cx="5463952" cy="2376264"/>
          </a:xfrm>
          <a:prstGeom prst="rect">
            <a:avLst/>
          </a:prstGeom>
        </p:spPr>
        <p:style>
          <a:lnRef idx="2">
            <a:schemeClr val="accent4"/>
          </a:lnRef>
          <a:fillRef idx="1">
            <a:schemeClr val="lt1"/>
          </a:fillRef>
          <a:effectRef idx="0">
            <a:schemeClr val="accent4"/>
          </a:effectRef>
          <a:fontRef idx="minor">
            <a:schemeClr val="dk1"/>
          </a:fontRef>
        </p:style>
        <p:txBody>
          <a:bodyPr spcFirstLastPara="1" wrap="square" lIns="91425" tIns="91425" rIns="91425" bIns="91425" anchor="t" anchorCtr="0">
            <a:noAutofit/>
          </a:bodyPr>
          <a:lstStyle/>
          <a:p>
            <a:pPr marL="139700" lvl="0" indent="0">
              <a:buNone/>
            </a:pPr>
            <a:endParaRPr lang="en-US" sz="1000" dirty="0">
              <a:solidFill>
                <a:schemeClr val="tx1"/>
              </a:solidFill>
              <a:latin typeface="Century" panose="02040604050505020304" pitchFamily="18" charset="0"/>
              <a:ea typeface="Calibri" panose="020F0502020204030204" pitchFamily="34" charset="0"/>
              <a:cs typeface="Calibri" panose="020F0502020204030204" pitchFamily="34" charset="0"/>
            </a:endParaRPr>
          </a:p>
          <a:p>
            <a:pPr lvl="0"/>
            <a:endParaRPr lang="en-US" sz="1000" dirty="0" smtClean="0">
              <a:solidFill>
                <a:schemeClr val="tx1"/>
              </a:solidFill>
              <a:latin typeface="Century" panose="02040604050505020304" pitchFamily="18" charset="0"/>
              <a:ea typeface="Calibri" panose="020F0502020204030204" pitchFamily="34" charset="0"/>
              <a:cs typeface="Calibri" panose="020F0502020204030204" pitchFamily="34" charset="0"/>
            </a:endParaRPr>
          </a:p>
          <a:p>
            <a:pPr lvl="0"/>
            <a:endParaRPr lang="en-US" sz="1000" dirty="0">
              <a:solidFill>
                <a:schemeClr val="tx1"/>
              </a:solidFill>
              <a:latin typeface="Century" panose="02040604050505020304" pitchFamily="18" charset="0"/>
              <a:ea typeface="Calibri" panose="020F0502020204030204" pitchFamily="34" charset="0"/>
              <a:cs typeface="Calibri" panose="020F0502020204030204" pitchFamily="34" charset="0"/>
            </a:endParaRPr>
          </a:p>
          <a:p>
            <a:r>
              <a:rPr lang="en-US" sz="2000" b="1" dirty="0">
                <a:solidFill>
                  <a:schemeClr val="tx1"/>
                </a:solidFill>
                <a:latin typeface="Times New Roman" panose="02020603050405020304" pitchFamily="18" charset="0"/>
                <a:ea typeface="Times New Roman" panose="02020603050405020304" pitchFamily="18" charset="0"/>
                <a:cs typeface="Calibri" panose="020F0502020204030204" pitchFamily="34" charset="0"/>
              </a:rPr>
              <a:t>Software Requirements</a:t>
            </a:r>
            <a:r>
              <a:rPr lang="en-US" b="1" dirty="0" smtClean="0">
                <a:solidFill>
                  <a:schemeClr val="tx1"/>
                </a:solidFill>
                <a:latin typeface="Times New Roman" panose="02020603050405020304" pitchFamily="18" charset="0"/>
                <a:ea typeface="Times New Roman" panose="02020603050405020304" pitchFamily="18" charset="0"/>
                <a:cs typeface="Calibri" panose="020F0502020204030204" pitchFamily="34" charset="0"/>
              </a:rPr>
              <a:t>:</a:t>
            </a:r>
          </a:p>
          <a:p>
            <a:endParaRPr lang="en-US" b="1" dirty="0">
              <a:solidFill>
                <a:schemeClr val="tx1"/>
              </a:solidFill>
              <a:latin typeface="Times New Roman" panose="02020603050405020304" pitchFamily="18" charset="0"/>
              <a:ea typeface="Times New Roman" panose="02020603050405020304" pitchFamily="18" charset="0"/>
              <a:cs typeface="Calibri" panose="020F0502020204030204" pitchFamily="34" charset="0"/>
            </a:endParaRPr>
          </a:p>
          <a:p>
            <a:r>
              <a:rPr lang="en-US" dirty="0" smtClean="0">
                <a:solidFill>
                  <a:schemeClr val="tx1"/>
                </a:solidFill>
                <a:latin typeface="Constantia" pitchFamily="18" charset="0"/>
                <a:ea typeface="Calibri" panose="020F0502020204030204" pitchFamily="34" charset="0"/>
                <a:cs typeface="Calibri" panose="020F0502020204030204" pitchFamily="34" charset="0"/>
              </a:rPr>
              <a:t>Python Interpreter</a:t>
            </a:r>
          </a:p>
          <a:p>
            <a:r>
              <a:rPr lang="en-US" b="1" dirty="0" smtClean="0">
                <a:solidFill>
                  <a:schemeClr val="tx1"/>
                </a:solidFill>
                <a:latin typeface="Constantia" pitchFamily="18" charset="0"/>
                <a:ea typeface="Calibri" panose="020F0502020204030204" pitchFamily="34" charset="0"/>
                <a:cs typeface="Calibri" panose="020F0502020204030204" pitchFamily="34" charset="0"/>
              </a:rPr>
              <a:t>IDE- Visual Studio Code</a:t>
            </a:r>
            <a:endParaRPr lang="en-US" b="1" dirty="0">
              <a:solidFill>
                <a:schemeClr val="tx1"/>
              </a:solidFill>
              <a:latin typeface="Constantia" pitchFamily="18" charset="0"/>
              <a:ea typeface="Calibri" panose="020F0502020204030204" pitchFamily="34" charset="0"/>
              <a:cs typeface="Calibri" panose="020F0502020204030204" pitchFamily="34" charset="0"/>
            </a:endParaRPr>
          </a:p>
          <a:p>
            <a:pPr lvl="0"/>
            <a:r>
              <a:rPr lang="en-US" dirty="0">
                <a:solidFill>
                  <a:schemeClr val="tx1"/>
                </a:solidFill>
                <a:latin typeface="Constantia" pitchFamily="18" charset="0"/>
                <a:ea typeface="Times New Roman" panose="02020603050405020304" pitchFamily="18" charset="0"/>
                <a:cs typeface="Calibri" panose="020F0502020204030204" pitchFamily="34" charset="0"/>
              </a:rPr>
              <a:t>Windows OS </a:t>
            </a:r>
            <a:r>
              <a:rPr lang="en-US" dirty="0" smtClean="0">
                <a:solidFill>
                  <a:schemeClr val="tx1"/>
                </a:solidFill>
                <a:latin typeface="Constantia" pitchFamily="18" charset="0"/>
                <a:ea typeface="Times New Roman" panose="02020603050405020304" pitchFamily="18" charset="0"/>
                <a:cs typeface="Calibri" panose="020F0502020204030204" pitchFamily="34" charset="0"/>
              </a:rPr>
              <a:t> 7/8/10</a:t>
            </a:r>
            <a:endParaRPr lang="en-US" dirty="0">
              <a:solidFill>
                <a:schemeClr val="tx1"/>
              </a:solidFill>
              <a:latin typeface="Constantia" pitchFamily="18" charset="0"/>
              <a:ea typeface="Calibri" panose="020F0502020204030204" pitchFamily="34" charset="0"/>
              <a:cs typeface="Calibri" panose="020F0502020204030204" pitchFamily="34" charset="0"/>
            </a:endParaRPr>
          </a:p>
          <a:p>
            <a:pPr lvl="0"/>
            <a:r>
              <a:rPr lang="en-US" dirty="0">
                <a:solidFill>
                  <a:schemeClr val="tx1"/>
                </a:solidFill>
                <a:latin typeface="Constantia" pitchFamily="18" charset="0"/>
                <a:ea typeface="Times New Roman" panose="02020603050405020304" pitchFamily="18" charset="0"/>
                <a:cs typeface="Calibri" panose="020F0502020204030204" pitchFamily="34" charset="0"/>
              </a:rPr>
              <a:t>MySQL Server</a:t>
            </a:r>
            <a:endParaRPr lang="en-US" dirty="0">
              <a:solidFill>
                <a:schemeClr val="tx1"/>
              </a:solidFill>
              <a:latin typeface="Constantia" pitchFamily="18" charset="0"/>
            </a:endParaRPr>
          </a:p>
          <a:p>
            <a:pPr marL="0" lvl="0" indent="0" algn="l" rtl="0">
              <a:spcBef>
                <a:spcPts val="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6"/>
        <p:cNvGrpSpPr/>
        <p:nvPr/>
      </p:nvGrpSpPr>
      <p:grpSpPr>
        <a:xfrm>
          <a:off x="0" y="0"/>
          <a:ext cx="0" cy="0"/>
          <a:chOff x="0" y="0"/>
          <a:chExt cx="0" cy="0"/>
        </a:xfrm>
      </p:grpSpPr>
      <p:cxnSp>
        <p:nvCxnSpPr>
          <p:cNvPr id="267" name="Google Shape;267;p40"/>
          <p:cNvCxnSpPr/>
          <p:nvPr/>
        </p:nvCxnSpPr>
        <p:spPr>
          <a:xfrm>
            <a:off x="2604750" y="1131590"/>
            <a:ext cx="3934500" cy="0"/>
          </a:xfrm>
          <a:prstGeom prst="straightConnector1">
            <a:avLst/>
          </a:prstGeom>
          <a:noFill/>
          <a:ln w="9525" cap="flat" cmpd="sng">
            <a:solidFill>
              <a:schemeClr val="dk2"/>
            </a:solidFill>
            <a:prstDash val="solid"/>
            <a:round/>
            <a:headEnd type="none" w="med" len="med"/>
            <a:tailEnd type="none" w="med" len="med"/>
          </a:ln>
        </p:spPr>
      </p:cxnSp>
      <p:sp>
        <p:nvSpPr>
          <p:cNvPr id="270" name="Google Shape;270;p40"/>
          <p:cNvSpPr txBox="1">
            <a:spLocks noGrp="1"/>
          </p:cNvSpPr>
          <p:nvPr>
            <p:ph type="title" idx="2"/>
          </p:nvPr>
        </p:nvSpPr>
        <p:spPr>
          <a:xfrm>
            <a:off x="2197650" y="411510"/>
            <a:ext cx="4748700" cy="8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smtClean="0">
                <a:latin typeface="Rockwell" pitchFamily="18" charset="0"/>
              </a:rPr>
              <a:t>E-R Diagram</a:t>
            </a:r>
            <a:endParaRPr sz="2400" dirty="0">
              <a:latin typeface="Rockwell" pitchFamily="18" charset="0"/>
            </a:endParaRPr>
          </a:p>
        </p:txBody>
      </p:sp>
      <p:sp>
        <p:nvSpPr>
          <p:cNvPr id="3" name="Rectangle 2"/>
          <p:cNvSpPr/>
          <p:nvPr/>
        </p:nvSpPr>
        <p:spPr>
          <a:xfrm>
            <a:off x="3491648" y="2571750"/>
            <a:ext cx="2619774"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Book Publication Management System </a:t>
            </a:r>
            <a:endParaRPr lang="en-IN" dirty="0"/>
          </a:p>
        </p:txBody>
      </p:sp>
      <p:sp>
        <p:nvSpPr>
          <p:cNvPr id="5" name="Oval 4"/>
          <p:cNvSpPr/>
          <p:nvPr/>
        </p:nvSpPr>
        <p:spPr>
          <a:xfrm>
            <a:off x="1971192" y="1732095"/>
            <a:ext cx="1368152" cy="5574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Name</a:t>
            </a:r>
            <a:endParaRPr lang="en-IN" dirty="0"/>
          </a:p>
        </p:txBody>
      </p:sp>
      <p:sp>
        <p:nvSpPr>
          <p:cNvPr id="6" name="Oval 5"/>
          <p:cNvSpPr/>
          <p:nvPr/>
        </p:nvSpPr>
        <p:spPr>
          <a:xfrm>
            <a:off x="6061649" y="1794082"/>
            <a:ext cx="1512168" cy="5692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Year</a:t>
            </a:r>
            <a:endParaRPr lang="en-IN" dirty="0"/>
          </a:p>
        </p:txBody>
      </p:sp>
      <p:sp>
        <p:nvSpPr>
          <p:cNvPr id="7" name="Oval 6"/>
          <p:cNvSpPr/>
          <p:nvPr/>
        </p:nvSpPr>
        <p:spPr>
          <a:xfrm>
            <a:off x="6228184" y="3522307"/>
            <a:ext cx="1512168" cy="5976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Author</a:t>
            </a:r>
            <a:endParaRPr lang="en-IN" dirty="0"/>
          </a:p>
        </p:txBody>
      </p:sp>
      <p:sp>
        <p:nvSpPr>
          <p:cNvPr id="8" name="Oval 7"/>
          <p:cNvSpPr/>
          <p:nvPr/>
        </p:nvSpPr>
        <p:spPr>
          <a:xfrm>
            <a:off x="1971192" y="3522307"/>
            <a:ext cx="1440160" cy="640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Company</a:t>
            </a:r>
            <a:endParaRPr lang="en-IN" dirty="0"/>
          </a:p>
        </p:txBody>
      </p:sp>
      <p:sp>
        <p:nvSpPr>
          <p:cNvPr id="9" name="Oval 8"/>
          <p:cNvSpPr/>
          <p:nvPr/>
        </p:nvSpPr>
        <p:spPr>
          <a:xfrm>
            <a:off x="3978543" y="3527201"/>
            <a:ext cx="1667035" cy="625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Edition</a:t>
            </a:r>
            <a:endParaRPr lang="en-IN" dirty="0"/>
          </a:p>
        </p:txBody>
      </p:sp>
      <p:sp>
        <p:nvSpPr>
          <p:cNvPr id="12" name="Oval 11"/>
          <p:cNvSpPr/>
          <p:nvPr/>
        </p:nvSpPr>
        <p:spPr>
          <a:xfrm>
            <a:off x="3972915" y="1732094"/>
            <a:ext cx="1577634" cy="5574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smtClean="0"/>
              <a:t>ID</a:t>
            </a:r>
            <a:endParaRPr lang="en-IN" u="sng" dirty="0"/>
          </a:p>
        </p:txBody>
      </p:sp>
      <p:cxnSp>
        <p:nvCxnSpPr>
          <p:cNvPr id="14" name="Straight Connector 13"/>
          <p:cNvCxnSpPr>
            <a:stCxn id="12" idx="4"/>
            <a:endCxn id="3" idx="0"/>
          </p:cNvCxnSpPr>
          <p:nvPr/>
        </p:nvCxnSpPr>
        <p:spPr>
          <a:xfrm>
            <a:off x="4761732" y="2289573"/>
            <a:ext cx="39803" cy="2821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5" idx="5"/>
          </p:cNvCxnSpPr>
          <p:nvPr/>
        </p:nvCxnSpPr>
        <p:spPr>
          <a:xfrm>
            <a:off x="3138983" y="2207934"/>
            <a:ext cx="640929" cy="3638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6" idx="3"/>
          </p:cNvCxnSpPr>
          <p:nvPr/>
        </p:nvCxnSpPr>
        <p:spPr>
          <a:xfrm flipH="1">
            <a:off x="5940152" y="2279940"/>
            <a:ext cx="342949" cy="2918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8" idx="7"/>
          </p:cNvCxnSpPr>
          <p:nvPr/>
        </p:nvCxnSpPr>
        <p:spPr>
          <a:xfrm flipH="1">
            <a:off x="3200445" y="3219822"/>
            <a:ext cx="507459" cy="396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3" idx="2"/>
            <a:endCxn id="9" idx="0"/>
          </p:cNvCxnSpPr>
          <p:nvPr/>
        </p:nvCxnSpPr>
        <p:spPr>
          <a:xfrm>
            <a:off x="4801535" y="3219822"/>
            <a:ext cx="10526" cy="307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7" idx="1"/>
          </p:cNvCxnSpPr>
          <p:nvPr/>
        </p:nvCxnSpPr>
        <p:spPr>
          <a:xfrm>
            <a:off x="5940152" y="3219822"/>
            <a:ext cx="509484" cy="39000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3"/>
        <p:cNvGrpSpPr/>
        <p:nvPr/>
      </p:nvGrpSpPr>
      <p:grpSpPr>
        <a:xfrm>
          <a:off x="0" y="0"/>
          <a:ext cx="0" cy="0"/>
          <a:chOff x="0" y="0"/>
          <a:chExt cx="0" cy="0"/>
        </a:xfrm>
      </p:grpSpPr>
      <p:cxnSp>
        <p:nvCxnSpPr>
          <p:cNvPr id="314" name="Google Shape;314;p43"/>
          <p:cNvCxnSpPr/>
          <p:nvPr/>
        </p:nvCxnSpPr>
        <p:spPr>
          <a:xfrm rot="10800000">
            <a:off x="4716016" y="2499742"/>
            <a:ext cx="3716400" cy="0"/>
          </a:xfrm>
          <a:prstGeom prst="straightConnector1">
            <a:avLst/>
          </a:prstGeom>
          <a:noFill/>
          <a:ln w="9525" cap="flat" cmpd="sng">
            <a:solidFill>
              <a:schemeClr val="dk2"/>
            </a:solidFill>
            <a:prstDash val="solid"/>
            <a:round/>
            <a:headEnd type="none" w="med" len="med"/>
            <a:tailEnd type="none" w="med" len="med"/>
          </a:ln>
        </p:spPr>
      </p:cxnSp>
      <p:sp>
        <p:nvSpPr>
          <p:cNvPr id="315" name="Google Shape;315;p43"/>
          <p:cNvSpPr txBox="1">
            <a:spLocks noGrp="1"/>
          </p:cNvSpPr>
          <p:nvPr>
            <p:ph type="title"/>
          </p:nvPr>
        </p:nvSpPr>
        <p:spPr>
          <a:xfrm>
            <a:off x="3682075" y="1895350"/>
            <a:ext cx="4748700" cy="693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400" dirty="0" smtClean="0"/>
              <a:t>Program in Python  </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5760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6463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0534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1067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0"/>
        <p:cNvGrpSpPr/>
        <p:nvPr/>
      </p:nvGrpSpPr>
      <p:grpSpPr>
        <a:xfrm>
          <a:off x="0" y="0"/>
          <a:ext cx="0" cy="0"/>
          <a:chOff x="0" y="0"/>
          <a:chExt cx="0" cy="0"/>
        </a:xfrm>
      </p:grpSpPr>
      <p:cxnSp>
        <p:nvCxnSpPr>
          <p:cNvPr id="321" name="Google Shape;321;p44"/>
          <p:cNvCxnSpPr/>
          <p:nvPr/>
        </p:nvCxnSpPr>
        <p:spPr>
          <a:xfrm>
            <a:off x="2013450" y="2499742"/>
            <a:ext cx="5117100" cy="0"/>
          </a:xfrm>
          <a:prstGeom prst="straightConnector1">
            <a:avLst/>
          </a:prstGeom>
          <a:noFill/>
          <a:ln w="9525" cap="flat" cmpd="sng">
            <a:solidFill>
              <a:schemeClr val="dk2"/>
            </a:solidFill>
            <a:prstDash val="solid"/>
            <a:round/>
            <a:headEnd type="none" w="med" len="med"/>
            <a:tailEnd type="none" w="med" len="med"/>
          </a:ln>
        </p:spPr>
      </p:cxnSp>
      <p:sp>
        <p:nvSpPr>
          <p:cNvPr id="323" name="Google Shape;323;p44"/>
          <p:cNvSpPr txBox="1">
            <a:spLocks noGrp="1"/>
          </p:cNvSpPr>
          <p:nvPr>
            <p:ph type="subTitle" idx="1"/>
          </p:nvPr>
        </p:nvSpPr>
        <p:spPr>
          <a:xfrm>
            <a:off x="1805400" y="1607700"/>
            <a:ext cx="5533200" cy="120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smtClean="0">
                <a:latin typeface="Rockwell" pitchFamily="18" charset="0"/>
              </a:rPr>
              <a:t>Output of Program</a:t>
            </a:r>
            <a:endParaRPr sz="2400" dirty="0">
              <a:latin typeface="Rockwell"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3362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6"/>
          <p:cNvSpPr/>
          <p:nvPr/>
        </p:nvSpPr>
        <p:spPr>
          <a:xfrm>
            <a:off x="4877400" y="1031925"/>
            <a:ext cx="3161100" cy="3079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8" name="Google Shape;338;p46"/>
          <p:cNvCxnSpPr/>
          <p:nvPr/>
        </p:nvCxnSpPr>
        <p:spPr>
          <a:xfrm>
            <a:off x="2179925" y="2107600"/>
            <a:ext cx="1147800" cy="0"/>
          </a:xfrm>
          <a:prstGeom prst="straightConnector1">
            <a:avLst/>
          </a:prstGeom>
          <a:noFill/>
          <a:ln w="9525" cap="flat" cmpd="sng">
            <a:solidFill>
              <a:schemeClr val="dk2"/>
            </a:solidFill>
            <a:prstDash val="solid"/>
            <a:round/>
            <a:headEnd type="none" w="med" len="med"/>
            <a:tailEnd type="none" w="med" len="med"/>
          </a:ln>
        </p:spPr>
      </p:cxnSp>
      <p:sp>
        <p:nvSpPr>
          <p:cNvPr id="339" name="Google Shape;339;p46"/>
          <p:cNvSpPr txBox="1">
            <a:spLocks noGrp="1"/>
          </p:cNvSpPr>
          <p:nvPr>
            <p:ph type="title"/>
          </p:nvPr>
        </p:nvSpPr>
        <p:spPr>
          <a:xfrm flipH="1">
            <a:off x="1172525" y="1588475"/>
            <a:ext cx="31626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Database </a:t>
            </a:r>
            <a:endParaRPr dirty="0"/>
          </a:p>
        </p:txBody>
      </p:sp>
      <p:pic>
        <p:nvPicPr>
          <p:cNvPr id="341" name="Google Shape;341;p46"/>
          <p:cNvPicPr preferRelativeResize="0"/>
          <p:nvPr/>
        </p:nvPicPr>
        <p:blipFill rotWithShape="1">
          <a:blip r:embed="rId3">
            <a:alphaModFix/>
          </a:blip>
          <a:srcRect l="13809" r="13816"/>
          <a:stretch/>
        </p:blipFill>
        <p:spPr>
          <a:xfrm>
            <a:off x="4974300" y="1138050"/>
            <a:ext cx="2967300" cy="2867400"/>
          </a:xfrm>
          <a:prstGeom prst="ellipse">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42783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21142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cxnSp>
        <p:nvCxnSpPr>
          <p:cNvPr id="1092" name="Google Shape;1092;p67"/>
          <p:cNvCxnSpPr/>
          <p:nvPr/>
        </p:nvCxnSpPr>
        <p:spPr>
          <a:xfrm>
            <a:off x="2761650" y="1058650"/>
            <a:ext cx="3620700" cy="0"/>
          </a:xfrm>
          <a:prstGeom prst="straightConnector1">
            <a:avLst/>
          </a:prstGeom>
          <a:noFill/>
          <a:ln w="9525" cap="flat" cmpd="sng">
            <a:solidFill>
              <a:schemeClr val="dk2"/>
            </a:solidFill>
            <a:prstDash val="solid"/>
            <a:round/>
            <a:headEnd type="none" w="med" len="med"/>
            <a:tailEnd type="none" w="med" len="med"/>
          </a:ln>
        </p:spPr>
      </p:cxnSp>
      <p:sp>
        <p:nvSpPr>
          <p:cNvPr id="1093" name="Google Shape;1093;p67"/>
          <p:cNvSpPr txBox="1">
            <a:spLocks noGrp="1"/>
          </p:cNvSpPr>
          <p:nvPr>
            <p:ph type="title"/>
          </p:nvPr>
        </p:nvSpPr>
        <p:spPr>
          <a:xfrm>
            <a:off x="713225" y="539525"/>
            <a:ext cx="77175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Conclusion &amp; Future scope</a:t>
            </a:r>
            <a:endParaRPr dirty="0"/>
          </a:p>
        </p:txBody>
      </p:sp>
      <p:sp>
        <p:nvSpPr>
          <p:cNvPr id="2" name="Text Placeholder 1"/>
          <p:cNvSpPr>
            <a:spLocks noGrp="1"/>
          </p:cNvSpPr>
          <p:nvPr>
            <p:ph type="body" idx="1"/>
          </p:nvPr>
        </p:nvSpPr>
        <p:spPr/>
        <p:txBody>
          <a:bodyPr/>
          <a:lstStyle/>
          <a:p>
            <a:r>
              <a:rPr lang="en-US" sz="1800" dirty="0" smtClean="0">
                <a:latin typeface="Franklin Gothic Demi" pitchFamily="34" charset="0"/>
              </a:rPr>
              <a:t>The Book Publication Management System will helps us to keep track of all books those are published. This Piece of software mostly helpful for staff of college library as well as students. By using this software students as well as staff of college library can easily take  information of all books that are present in the library.</a:t>
            </a:r>
            <a:endParaRPr lang="en-IN" sz="1800" dirty="0">
              <a:latin typeface="Franklin Gothic Demi Cond"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 …!</a:t>
            </a:r>
            <a:endParaRPr lang="en-IN" dirty="0"/>
          </a:p>
        </p:txBody>
      </p:sp>
    </p:spTree>
    <p:extLst>
      <p:ext uri="{BB962C8B-B14F-4D97-AF65-F5344CB8AC3E}">
        <p14:creationId xmlns:p14="http://schemas.microsoft.com/office/powerpoint/2010/main" val="2271288101"/>
      </p:ext>
    </p:extLst>
  </p:cSld>
  <p:clrMapOvr>
    <a:masterClrMapping/>
  </p:clrMapOvr>
</p:sld>
</file>

<file path=ppt/theme/theme1.xml><?xml version="1.0" encoding="utf-8"?>
<a:theme xmlns:a="http://schemas.openxmlformats.org/drawingml/2006/main" name="Dark Elegant Korean Style Project Proposal by Slidesgo">
  <a:themeElements>
    <a:clrScheme name="Simple Light">
      <a:dk1>
        <a:srgbClr val="FFFFFF"/>
      </a:dk1>
      <a:lt1>
        <a:srgbClr val="0C1621"/>
      </a:lt1>
      <a:dk2>
        <a:srgbClr val="EAC488"/>
      </a:dk2>
      <a:lt2>
        <a:srgbClr val="FBE4B4"/>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261</Words>
  <Application>Microsoft Office PowerPoint</Application>
  <PresentationFormat>On-screen Show (16:9)</PresentationFormat>
  <Paragraphs>62</Paragraphs>
  <Slides>17</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Arial</vt:lpstr>
      <vt:lpstr>Constantia</vt:lpstr>
      <vt:lpstr>Franklin Gothic Demi Cond</vt:lpstr>
      <vt:lpstr>Century</vt:lpstr>
      <vt:lpstr>Rockwell</vt:lpstr>
      <vt:lpstr>Calibri</vt:lpstr>
      <vt:lpstr>Raleway</vt:lpstr>
      <vt:lpstr>Franklin Gothic Demi</vt:lpstr>
      <vt:lpstr>Times New Roman</vt:lpstr>
      <vt:lpstr>Wingdings</vt:lpstr>
      <vt:lpstr>Unna</vt:lpstr>
      <vt:lpstr>Dark Elegant Korean Style Project Proposal by Slidesgo</vt:lpstr>
      <vt:lpstr>Welcome…</vt:lpstr>
      <vt:lpstr>Name of Project:- Book Publication Management System</vt:lpstr>
      <vt:lpstr>Introduction of the Project</vt:lpstr>
      <vt:lpstr>Requirements</vt:lpstr>
      <vt:lpstr>E-R Diagram</vt:lpstr>
      <vt:lpstr>Program in Python  </vt:lpstr>
      <vt:lpstr>PowerPoint Presentation</vt:lpstr>
      <vt:lpstr>PowerPoint Presentation</vt:lpstr>
      <vt:lpstr>PowerPoint Presentation</vt:lpstr>
      <vt:lpstr>PowerPoint Presentation</vt:lpstr>
      <vt:lpstr>PowerPoint Presentation</vt:lpstr>
      <vt:lpstr>PowerPoint Presentation</vt:lpstr>
      <vt:lpstr>Database </vt:lpstr>
      <vt:lpstr>PowerPoint Presentation</vt:lpstr>
      <vt:lpstr>PowerPoint Presentation</vt:lpstr>
      <vt:lpstr>Conclusion &amp; Future scope</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Admin</dc:creator>
  <cp:lastModifiedBy>Admin</cp:lastModifiedBy>
  <cp:revision>15</cp:revision>
  <dcterms:modified xsi:type="dcterms:W3CDTF">2022-03-04T12:38:55Z</dcterms:modified>
</cp:coreProperties>
</file>